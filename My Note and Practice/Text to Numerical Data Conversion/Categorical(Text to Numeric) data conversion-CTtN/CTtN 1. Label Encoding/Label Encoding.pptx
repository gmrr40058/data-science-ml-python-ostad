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83" r:id="rId3"/>
    <p:sldId id="285" r:id="rId4"/>
    <p:sldId id="284" r:id="rId5"/>
    <p:sldId id="274" r:id="rId6"/>
    <p:sldId id="275" r:id="rId7"/>
    <p:sldId id="276" r:id="rId8"/>
    <p:sldId id="277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5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D911-4A3D-201A-CE73-291E880F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35E8-B4E5-34E0-DC6B-ABBEFB83E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3F6B-55EA-D043-1AD6-58E76791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1CEB-E525-338C-8D9E-547FC729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8BA7-42FF-FA11-FDB9-32E6BE8B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8FE2-F548-D44D-F8E3-A48B3965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098F-C845-D73D-1681-3A2130C31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F3526-AFB9-EE4A-2572-B8576B1B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6B19-A27C-3A75-4901-83CE8C61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FF55-9123-F9F6-7D3A-0CBACFC7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8B17-3A8C-FC8A-B1DA-58C53BE6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F1EC-9FD8-6161-7591-CAC39CC78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D0CDF-CCF6-792B-92D4-D339896B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3D788-C002-BC0E-7C49-D89F03D1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4EDC-37F1-10B1-CEDF-230818B1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44BB-3766-8712-1811-32D585BE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AE7B-C3BE-73C8-300C-D5F28660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099-C9B6-0256-5246-326356144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4BC46-4626-FCBA-0E5B-FDFA5500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E498A-54C3-5B21-CA64-A03F8054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A7B1A-DC76-4192-F8C5-29A6A5DC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29F2-9736-DB3E-6F17-09C651F8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F716-BA8C-0836-4A4C-D0ABCA914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23402-FE56-4625-FCA5-1F1A9651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FF803-419A-6664-4FAA-28058410F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DAA4-27DD-0B25-A20B-FDEF63E38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85EDF-F0F2-E16A-47CD-6E8E60E1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4D7A1-5F01-F726-0E99-B4605A8D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A4481-2337-01C9-D711-A0B189C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3D73-80EF-50E6-E619-A46F62B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5BCAA-40A8-7DC1-CD1C-98B1C243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011B7-FDC4-CDB7-C871-5166E5EC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CBC18-38F5-9F50-0E84-5A735BE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3951D-48D0-9DD6-F815-1F4CD23A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CF247-7335-5AB8-3860-51CA79FE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CCA2F-E4CF-2B1E-AD10-08CDE1F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2500-C99C-A5FE-3482-E59D9F1E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19EC-4E10-2EF3-53A1-7BADCF5A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1EFA-6EC9-2413-7ED2-A5AF8AA7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2779A-8634-5FD5-944D-1F898274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50937-4A3F-B366-B949-457B6215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7CDA8-5C53-322B-0D1E-C3806CED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908-78AA-2F1A-38B7-B60DFFE8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F8BAB-1C36-9848-48C9-A5AA67F9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03E4B-CB9F-1A9D-8ABA-99BED6861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4C6F-A99E-D9B6-FEC4-D83E3FEF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8FA9-1240-8A1B-0C4A-6FDA90D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2955-4ABA-7973-1AC1-AC923FD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8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C2C5-63AC-FDDF-7BCC-B53DE5C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D4AAD-6BED-BFB3-7D6D-0BC9F123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37B51-361C-EBB8-F7BF-D0661C18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3B0-3025-5EF7-15A8-EDD32272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7478-8581-697B-8BB4-A3163037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9EFAA-FE2E-2441-103A-281DF6B56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BA319-7890-7B7B-ECFB-A97A6706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7F95-2803-4DF8-8B8A-9BC5515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AAF2-E59C-FA51-4ED1-185DF51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F73C-819B-ADEF-BA1A-98EDC8E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636A8-E698-87E7-981A-D93F95A6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E983-D28D-9892-5B30-AF137075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37AB-496F-921E-7CA4-CC47A43C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71EE1-2692-479A-A6A6-950CA86052A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2ED5-8A22-BCD7-AB1F-CEF4C11A3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7040-87C0-41BC-7552-6915A78F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ml-linear-regression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CTtN%201.%20Label%20Encoding/Label_Encoding_Practice.ipynb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9EDEA-1A05-C8E8-FBA0-49CE6002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8DC8EB-BC48-D049-FCBD-598AFD196913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Label encoding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BBFC4-26AF-2BD5-B5DB-5EBC10022B56}"/>
              </a:ext>
            </a:extLst>
          </p:cNvPr>
          <p:cNvSpPr txBox="1"/>
          <p:nvPr/>
        </p:nvSpPr>
        <p:spPr>
          <a:xfrm>
            <a:off x="1597742" y="1049454"/>
            <a:ext cx="89965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a fundamental data preprocessing technique used to convert categorical data into a numerical format suitable for machine learning models. 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best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Applying it to nominal data can unwantedly suggest an order (e.g., Blue = 0, Green = 1, Red = 2), which may </a:t>
            </a:r>
            <a:r>
              <a:rPr lang="en-US" sz="24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mislead</a:t>
            </a:r>
            <a:r>
              <a:rPr lang="en-US" sz="2400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algorithms like </a:t>
            </a:r>
            <a:r>
              <a:rPr lang="en-US" sz="2400" b="1" u="sng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regression</a:t>
            </a:r>
            <a:r>
              <a:rPr lang="en-US" sz="2400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6295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83DE-CE12-4357-B61F-33E8EF0D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14B6EB-058B-5B1C-A2F6-F45CD2748B00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66BA1-A812-651A-1898-7B4308936FEE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(label)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9AE93-DDCE-B456-A00B-7818049F0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303897"/>
              </p:ext>
            </p:extLst>
          </p:nvPr>
        </p:nvGraphicFramePr>
        <p:xfrm>
          <a:off x="1707535" y="1880451"/>
          <a:ext cx="2579330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0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1.2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Banana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0.5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0.9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0.6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02FDF8-CAE8-B752-1016-A3A1D7998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70746"/>
              </p:ext>
            </p:extLst>
          </p:nvPr>
        </p:nvGraphicFramePr>
        <p:xfrm>
          <a:off x="5160710" y="1880451"/>
          <a:ext cx="4230326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232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3178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58360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659556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Fruit_label2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1.2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0.5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0.9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0.6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3E1FD54-C8DF-4A2E-AC46-0DAD012174CE}"/>
              </a:ext>
            </a:extLst>
          </p:cNvPr>
          <p:cNvSpPr txBox="1"/>
          <p:nvPr/>
        </p:nvSpPr>
        <p:spPr>
          <a:xfrm>
            <a:off x="2121800" y="4898269"/>
            <a:ext cx="1750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Before Encoding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6D705-D8AD-FCC0-BBD5-4D370A2CD834}"/>
              </a:ext>
            </a:extLst>
          </p:cNvPr>
          <p:cNvSpPr txBox="1"/>
          <p:nvPr/>
        </p:nvSpPr>
        <p:spPr>
          <a:xfrm>
            <a:off x="6483829" y="4914163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After Encoding</a:t>
            </a:r>
          </a:p>
        </p:txBody>
      </p:sp>
    </p:spTree>
    <p:extLst>
      <p:ext uri="{BB962C8B-B14F-4D97-AF65-F5344CB8AC3E}">
        <p14:creationId xmlns:p14="http://schemas.microsoft.com/office/powerpoint/2010/main" val="272512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4321-C833-8BA0-C4B2-C90C6BAD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40DD50-094D-B737-985C-5403AA2DAB0C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Label encoding Works for Nominal Data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4A7CC-2480-B37C-8EC3-B129D2CB3A25}"/>
              </a:ext>
            </a:extLst>
          </p:cNvPr>
          <p:cNvSpPr txBox="1"/>
          <p:nvPr/>
        </p:nvSpPr>
        <p:spPr>
          <a:xfrm>
            <a:off x="1597742" y="1049454"/>
            <a:ext cx="8996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13E965-5221-4698-E030-6C0790A625BB}"/>
              </a:ext>
            </a:extLst>
          </p:cNvPr>
          <p:cNvGraphicFramePr>
            <a:graphicFrameLocks noGrp="1"/>
          </p:cNvGraphicFramePr>
          <p:nvPr/>
        </p:nvGraphicFramePr>
        <p:xfrm>
          <a:off x="1707535" y="1880451"/>
          <a:ext cx="431963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339F3E-2C3C-C64B-8084-E8802E999233}"/>
              </a:ext>
            </a:extLst>
          </p:cNvPr>
          <p:cNvGraphicFramePr>
            <a:graphicFrameLocks noGrp="1"/>
          </p:cNvGraphicFramePr>
          <p:nvPr/>
        </p:nvGraphicFramePr>
        <p:xfrm>
          <a:off x="6164828" y="2821506"/>
          <a:ext cx="453266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95333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3A17BC03-CF4B-ED7F-0B75-C491F67A9166}"/>
              </a:ext>
            </a:extLst>
          </p:cNvPr>
          <p:cNvGrpSpPr/>
          <p:nvPr/>
        </p:nvGrpSpPr>
        <p:grpSpPr>
          <a:xfrm>
            <a:off x="1487947" y="4987643"/>
            <a:ext cx="4871885" cy="1430673"/>
            <a:chOff x="1487947" y="4987643"/>
            <a:chExt cx="4871885" cy="1430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D5C02D-6E16-2B80-AFDB-5BF52EC6B0B9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FD6214-E0FC-335E-144E-9595780CC49D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 for Apple(0)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F846CF-BCF1-46A8-DC45-B7C45CDA2495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423651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 for Banana(1)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A2286E-A372-117E-E96D-E771A2F46307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O for Orange(2)</a:t>
                </a:r>
              </a:p>
            </p:txBody>
          </p: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640AE5E2-7A1F-F682-2397-E1FA8B9F8C0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-391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A48C1D9E-35E5-475E-6163-B751979638E7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469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8B8830-1416-F200-8EFA-0C46AB338433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576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A8E4-5D90-4160-F726-122FCC2A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AFBAD-8B68-D4CC-920D-43EC53F711B9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 for Ordinal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E4BC8-C654-D669-EA82-6027DF0E1FD6}"/>
              </a:ext>
            </a:extLst>
          </p:cNvPr>
          <p:cNvSpPr txBox="1"/>
          <p:nvPr/>
        </p:nvSpPr>
        <p:spPr>
          <a:xfrm>
            <a:off x="1597742" y="1049454"/>
            <a:ext cx="8996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Again 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D4C273-E525-EE36-43EA-348BF357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610428"/>
              </p:ext>
            </p:extLst>
          </p:nvPr>
        </p:nvGraphicFramePr>
        <p:xfrm>
          <a:off x="1707535" y="1880451"/>
          <a:ext cx="4471608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160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F85D0AD-20C9-BBF0-488B-56A44C47493E}"/>
              </a:ext>
            </a:extLst>
          </p:cNvPr>
          <p:cNvGrpSpPr/>
          <p:nvPr/>
        </p:nvGrpSpPr>
        <p:grpSpPr>
          <a:xfrm>
            <a:off x="6590889" y="2526782"/>
            <a:ext cx="4871885" cy="1430673"/>
            <a:chOff x="1487947" y="4987643"/>
            <a:chExt cx="4871885" cy="14306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4BF410-81DE-7E66-42DE-15BEFA2F62F7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C3074B4-5E87-DC10-C448-401DFB682ED8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 for Large(0)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CBBA7C-D899-33FC-A7B2-EA0357F94796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66782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 for Medium(1)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FF6199-9EE6-2143-8AD2-2262565BAF61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 for Small(2)</a:t>
                </a:r>
              </a:p>
            </p:txBody>
          </p: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AF6A15F5-FD29-B676-D04F-E66578B8EA5F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781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: Elbow 32">
                <a:extLst>
                  <a:ext uri="{FF2B5EF4-FFF2-40B4-BE49-F238E27FC236}">
                    <a16:creationId xmlns:a16="http://schemas.microsoft.com/office/drawing/2014/main" id="{767343F6-CD93-FCC1-9394-824A34684FF1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1595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B75157-0723-20B6-A074-4CC51719DF9A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518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E71A-034B-B8C0-2CBB-33BE8F12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3F879D-8075-B210-EF98-BE10A759834D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People Call It “For Ordinal Data”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73B29-2E8F-3FAE-B960-E76BB04DD6EA}"/>
              </a:ext>
            </a:extLst>
          </p:cNvPr>
          <p:cNvSpPr txBox="1"/>
          <p:nvPr/>
        </p:nvSpPr>
        <p:spPr>
          <a:xfrm>
            <a:off x="1597742" y="1049454"/>
            <a:ext cx="899651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“Label Encoding is used for ordinal data.” That’s half true — but not the full picture.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Then, Why People Call It “For Ordinal Data”? Because ordinal data can safely be represented as numbers, and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quick way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to turn text into numbers.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! But it is not possible to assign label by state like,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For this we have to use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OrdinalEncoder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2FE5-E73E-797A-979B-0A887C37E6EB}"/>
              </a:ext>
            </a:extLst>
          </p:cNvPr>
          <p:cNvGrpSpPr/>
          <p:nvPr/>
        </p:nvGrpSpPr>
        <p:grpSpPr>
          <a:xfrm>
            <a:off x="1758337" y="4173252"/>
            <a:ext cx="6943212" cy="422788"/>
            <a:chOff x="1817330" y="4568908"/>
            <a:chExt cx="6943212" cy="4227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99E79F1-8CA1-4F24-243D-ABE3A4F3F1F3}"/>
                </a:ext>
              </a:extLst>
            </p:cNvPr>
            <p:cNvGrpSpPr/>
            <p:nvPr/>
          </p:nvGrpSpPr>
          <p:grpSpPr>
            <a:xfrm>
              <a:off x="1817330" y="4568908"/>
              <a:ext cx="6943212" cy="422788"/>
              <a:chOff x="1707535" y="4987643"/>
              <a:chExt cx="6943212" cy="4227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5BA1EFA-775C-8A33-2E95-5A089C1EB2B5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153547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Small(0)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379C6-F8A0-A623-4A55-C5705CF99331}"/>
                  </a:ext>
                </a:extLst>
              </p:cNvPr>
              <p:cNvSpPr/>
              <p:nvPr/>
            </p:nvSpPr>
            <p:spPr>
              <a:xfrm>
                <a:off x="4376172" y="4987643"/>
                <a:ext cx="1730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Medium(1)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26C52B-F224-72A4-3E14-439DB04EAF49}"/>
                  </a:ext>
                </a:extLst>
              </p:cNvPr>
              <p:cNvSpPr/>
              <p:nvPr/>
            </p:nvSpPr>
            <p:spPr>
              <a:xfrm>
                <a:off x="7239817" y="4987643"/>
                <a:ext cx="141093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Large(2)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6517A57-81DC-2136-D330-5A63B2096198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352800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B16B45-8268-F24A-F2E8-1E0D2318C3C2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6216445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811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9202-D706-52B1-CEB0-CFF65875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4FFCEC-DD45-990A-E314-3FA1C21506DF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Performance and Limitations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C298E-C328-8F5A-E6D0-7F7BB10A844B}"/>
              </a:ext>
            </a:extLst>
          </p:cNvPr>
          <p:cNvSpPr txBox="1"/>
          <p:nvPr/>
        </p:nvSpPr>
        <p:spPr>
          <a:xfrm>
            <a:off x="1597742" y="1049454"/>
            <a:ext cx="8996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computationally efficient. Both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and pandas' Categorical require a single scan of the data (O(n)) to map categories. Memory usage is minimal as only integer codes and the category map are stored.</a:t>
            </a:r>
          </a:p>
        </p:txBody>
      </p:sp>
    </p:spTree>
    <p:extLst>
      <p:ext uri="{BB962C8B-B14F-4D97-AF65-F5344CB8AC3E}">
        <p14:creationId xmlns:p14="http://schemas.microsoft.com/office/powerpoint/2010/main" val="374065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7570-C20C-CD4E-80C9-20B9D28E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53FF76-88B4-66EE-93D8-6908F3186451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Limitations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EC7F3-BF6D-A7E8-9E48-26167ACA7864}"/>
              </a:ext>
            </a:extLst>
          </p:cNvPr>
          <p:cNvSpPr txBox="1"/>
          <p:nvPr/>
        </p:nvSpPr>
        <p:spPr>
          <a:xfrm>
            <a:off x="1597742" y="1049454"/>
            <a:ext cx="89965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 data misinterpretation: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Encoded integers can imply false order; one-hot encoding is safer for nominal features.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Missing values: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These must be handled prior to encoding.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Unseen categories in test data: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Encoders will fail if new categories appear; handle this with a default value or ensure training includes all possible categories.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 cardinality: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Features with many unique categories may still require additional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104764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B3CA-9336-5E3A-664F-145C530A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76A781-1646-C647-4064-79297F531BE1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Best Practices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F15D8-E82E-DE41-E7F5-24D2CE37F3B0}"/>
              </a:ext>
            </a:extLst>
          </p:cNvPr>
          <p:cNvSpPr txBox="1"/>
          <p:nvPr/>
        </p:nvSpPr>
        <p:spPr>
          <a:xfrm>
            <a:off x="1597742" y="1049454"/>
            <a:ext cx="89965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 label encoding primarily to ordinal features or tree-based models.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 missing values before encoding.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 the encoder or category mapping to enable inverse transformation during evaluation or deployment.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nominal features in algorithms sensitive to numerical relationships, use one-hot encoding instead.</a:t>
            </a:r>
          </a:p>
        </p:txBody>
      </p:sp>
    </p:spTree>
    <p:extLst>
      <p:ext uri="{BB962C8B-B14F-4D97-AF65-F5344CB8AC3E}">
        <p14:creationId xmlns:p14="http://schemas.microsoft.com/office/powerpoint/2010/main" val="2416692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84E0-2ECA-EDC8-30C0-37E7467D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C77803-45DC-7A46-5B7B-8D882450DFB9}"/>
              </a:ext>
            </a:extLst>
          </p:cNvPr>
          <p:cNvSpPr txBox="1"/>
          <p:nvPr/>
        </p:nvSpPr>
        <p:spPr>
          <a:xfrm>
            <a:off x="1597742" y="403123"/>
            <a:ext cx="8996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Heading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8FE4E-ADD5-34E6-2E85-53A5CDE8C53A}"/>
              </a:ext>
            </a:extLst>
          </p:cNvPr>
          <p:cNvSpPr txBox="1"/>
          <p:nvPr/>
        </p:nvSpPr>
        <p:spPr>
          <a:xfrm>
            <a:off x="1597742" y="1049454"/>
            <a:ext cx="8996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45319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573</Words>
  <Application>Microsoft Office PowerPoint</Application>
  <PresentationFormat>Widescreen</PresentationFormat>
  <Paragraphs>175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10</cp:revision>
  <dcterms:created xsi:type="dcterms:W3CDTF">2025-10-30T11:42:54Z</dcterms:created>
  <dcterms:modified xsi:type="dcterms:W3CDTF">2025-11-01T22:36:17Z</dcterms:modified>
</cp:coreProperties>
</file>