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9" r:id="rId2"/>
    <p:sldId id="310" r:id="rId3"/>
    <p:sldId id="311" r:id="rId4"/>
    <p:sldId id="312" r:id="rId5"/>
    <p:sldId id="313" r:id="rId6"/>
    <p:sldId id="314" r:id="rId7"/>
    <p:sldId id="315" r:id="rId8"/>
    <p:sldId id="316" r:id="rId9"/>
    <p:sldId id="317" r:id="rId10"/>
    <p:sldId id="318" r:id="rId11"/>
    <p:sldId id="319" r:id="rId12"/>
    <p:sldId id="32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0" y="15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EF85B-203B-468F-E37F-919BBE7CA5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D285D8-308E-03F7-9EED-EC6B5B59DB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886296-CEF5-A9AF-936C-A7A410276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17CDB9-A004-7981-1515-6CC34B9CE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E0F2DA-B320-1185-74EA-049FE1699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852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4D323-D23E-A2DF-39C6-9BE2CC576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676A0-2193-8F71-3E69-787960B0A5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BAA0E-234F-1221-D322-987E9228F9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03960-3460-E7EF-2A55-9B97CD858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EC9EF0-0E09-4FCD-7A07-C94CC5FEA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184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5A1C4-7F56-F81C-7F65-BC43F049E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A0F1B3-DC93-A567-464F-1FE89D2A7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05CC90-FA2D-BC7C-F079-B2D1C05C2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C08E1D-642E-6149-E133-AC798F04B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0EBEF6-28A1-753D-674F-FBCE97EE3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15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A7D11-81C0-7A9C-DCF9-D7913D692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6C0C5-E105-12A8-49BB-14C4EAE539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8A1E21-FF30-A6EB-6EF8-CA03194189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7BF6E1-E9BD-6177-59BA-4F06B81AF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A86B00-9935-626A-D61E-B4C4477B2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C897FB-8AED-BF6F-8905-8615BC980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253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CDA23-1400-2F39-52E2-53ED25C51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76120-81A8-B9BB-E254-C09B0A04D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141C95-F96B-55F1-ABE4-9EEFC64388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544812-B597-38BE-EB88-CDE8CA9763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A2BC5D-F423-0F6E-8AE9-C64D987FB9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E7758B-1D56-5034-398B-CF2B623EC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04D673-6929-5F31-9D56-5ACC3B5AC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CC9CD0-964A-646C-44E0-FFF07F44B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788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6AB83-C5DB-2FFB-A714-053280255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D18FED-2E15-3100-B0A5-DFB74A3F0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80FBD8-DD3B-A168-7E48-7660E9C80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8F39FF-09AD-6FC8-F8F7-9998BCC61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46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7D243-53F7-E8EB-EA31-ADF5BA653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5DE177-0FCC-C821-4D42-D7CA4A837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E2CA5-EA36-D4EC-C135-3008768BF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6505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30238-E67D-F673-BC2F-DCE88DC8E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7CE9F-120A-6E38-10B0-906C9A68B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8C4BFC-2D57-9772-94BB-72146AA3C0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A366DD-4807-C334-6846-994244F50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8B14F-8D66-644C-8978-878AC2833C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1E7539-D558-8F7D-673E-243C3AC4A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115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E95C1-CB35-BCB8-788F-9AB62CC17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E53A00-EC4F-F00E-2C13-7C7DA0E66F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A84E5C-289F-3285-4618-B5C8399F5C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27F594-FF18-163C-707C-81A48933F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48003-62AF-87EE-6130-654BA08E8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EA979F-D7A9-F7DD-179C-F900B7E4C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60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DD5FD-94E6-C780-7B02-860823FFE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F1D71A-A667-3F4F-7A8E-BBEB4EB4D4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098336-019E-5610-E786-0875EA4A9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501D1-6626-CA27-5FEC-9E5AA565D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3B53A-B9AC-0624-4A18-7982F47CE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9069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B0E147-CBA5-C136-89E4-CD1A6F4300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57523-C74E-8FA8-D27B-8A7DE4C638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00C299-D8BD-CBD0-ACBC-0EE0EB711D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E20789-6828-E953-2829-E1C26013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11938F-4FA6-6B32-8763-5BE60946A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9799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5FC5C27-11AC-ECEF-AEDF-DC170540C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F64D38-8071-DBD1-D262-975005B6B2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09C353-4891-15A1-EEC3-9441463D2C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408777-D8E4-48B9-88F2-93B50ADA839C}" type="datetimeFigureOut">
              <a:rPr lang="en-US" smtClean="0"/>
              <a:t>11/8/2025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22853-DB64-C839-C2A1-20071C8DD6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63CC40-D0D1-4E77-A6CE-0BE977F851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3445F2-DB9D-489A-A30F-5F3D6FF95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1388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822CF-61E7-D4A4-E048-D296A4542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17384-56C5-24B5-624E-767F31688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ACDEB-9BE6-9E8C-F3F3-47CC1816F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/>
              <a:t>Binary Encoding converts each category into a </a:t>
            </a:r>
            <a:r>
              <a:rPr lang="en-US" sz="2400" b="1"/>
              <a:t>numeric code</a:t>
            </a:r>
            <a:r>
              <a:rPr lang="en-US" sz="2400"/>
              <a:t>, then represents that number in </a:t>
            </a:r>
            <a:r>
              <a:rPr lang="en-US" sz="2400" b="1"/>
              <a:t>binary form</a:t>
            </a:r>
            <a:r>
              <a:rPr lang="en-US" sz="2400"/>
              <a:t>.</a:t>
            </a:r>
            <a:endParaRPr lang="en-US" sz="2400" dirty="0">
              <a:latin typeface="Open Sans" pitchFamily="2" charset="0"/>
              <a:ea typeface="Open Sans" pitchFamily="2" charset="0"/>
              <a:cs typeface="Open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684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D578B-8E0D-C6FC-754E-8C64A0A80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4859E-5726-DD1B-426C-A82B0ADC3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7557E5-5FD3-16B5-F99C-3382EDD28C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7737866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1F42C-162D-95F6-A37E-4A7B6583A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F7EDF-DC80-6100-3AE3-BFCA0F9B7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D45C1-CD21-10D2-BD86-EF2CCC972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1267128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6D169-45F4-6C35-CD77-DEACB4105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2F67A-B126-53D3-D762-42B3A4748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E753FD-B494-DCBB-81D5-4F125074F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42792993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11B5B-F58B-3AB4-6B0E-68545EC69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493AB-688B-6FD7-D1E5-07C359AE0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560CD-3AA7-5EBD-FDEF-B0D3C86363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1942786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9A719-3930-0EE1-789D-90E47F44F0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FA1F6-DADF-302B-0697-9CF08F6708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E7BABB-6A50-CC6E-B4F8-9CFA08DBB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9253766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204F3-3607-5904-231C-E41F54578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347FF-396B-2E19-872C-EF411BFE97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8466BA-1634-79C5-C863-80A297336B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140278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5FA69-9D32-A026-71B5-695513F8E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75525-F534-AAB0-9D7C-084533A6B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E1C71-DC01-C222-9FD1-ACA2974413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6759242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6046A-837C-C251-E8E4-FAF45E740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02E04-82B1-27B5-FCA9-54A2A305F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8A646-9C93-46A2-875D-10608585F4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959255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83B09-7FEC-1E82-8890-9213D1B3A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171F7-17E3-63E9-7D90-93B363691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82DA3-D4A8-7E29-116E-D98B509CC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26572672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A22A7-D45B-B724-56C1-E32B783D4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7317E-514C-F8CE-5188-51BAA5DA9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F9749-FDFE-0F8F-9C1E-5325D45A56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1838979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BE665F-ED66-FDEB-D75C-B66D251D6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4156E-3EB1-F0D2-4AA9-286C801ED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40080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Bebas Neue" panose="020B0606020202050201" pitchFamily="34" charset="0"/>
              </a:rPr>
              <a:t>Binary encoding</a:t>
            </a:r>
            <a:endParaRPr lang="en-US" sz="3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E2243-AE28-6521-D31D-1E4F6D659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91381"/>
            <a:ext cx="10515600" cy="5085582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2400" dirty="0">
                <a:latin typeface="Open Sans" pitchFamily="2" charset="0"/>
                <a:ea typeface="Open Sans" pitchFamily="2" charset="0"/>
                <a:cs typeface="Open Sans" pitchFamily="2" charset="0"/>
              </a:rPr>
              <a:t>H</a:t>
            </a:r>
          </a:p>
        </p:txBody>
      </p:sp>
    </p:spTree>
    <p:extLst>
      <p:ext uri="{BB962C8B-B14F-4D97-AF65-F5344CB8AC3E}">
        <p14:creationId xmlns:p14="http://schemas.microsoft.com/office/powerpoint/2010/main" val="3638305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53</Words>
  <Application>Microsoft Office PowerPoint</Application>
  <PresentationFormat>Widescreen</PresentationFormat>
  <Paragraphs>24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Bebas Neue</vt:lpstr>
      <vt:lpstr>Calibri</vt:lpstr>
      <vt:lpstr>Calibri Light</vt:lpstr>
      <vt:lpstr>Open Sans</vt:lpstr>
      <vt:lpstr>Office Theme</vt:lpstr>
      <vt:lpstr>Binary encoding</vt:lpstr>
      <vt:lpstr>Binary encoding</vt:lpstr>
      <vt:lpstr>Binary encoding</vt:lpstr>
      <vt:lpstr>Binary encoding</vt:lpstr>
      <vt:lpstr>Binary encoding</vt:lpstr>
      <vt:lpstr>Binary encoding</vt:lpstr>
      <vt:lpstr>Binary encoding</vt:lpstr>
      <vt:lpstr>Binary encoding</vt:lpstr>
      <vt:lpstr>Binary encoding</vt:lpstr>
      <vt:lpstr>Binary encoding</vt:lpstr>
      <vt:lpstr>Binary encoding</vt:lpstr>
      <vt:lpstr>Binary encoding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 M RIFAT REZA</dc:creator>
  <cp:lastModifiedBy>G M RIFAT REZA</cp:lastModifiedBy>
  <cp:revision>2</cp:revision>
  <dcterms:created xsi:type="dcterms:W3CDTF">2025-11-08T04:14:06Z</dcterms:created>
  <dcterms:modified xsi:type="dcterms:W3CDTF">2025-11-08T08:30:35Z</dcterms:modified>
</cp:coreProperties>
</file>