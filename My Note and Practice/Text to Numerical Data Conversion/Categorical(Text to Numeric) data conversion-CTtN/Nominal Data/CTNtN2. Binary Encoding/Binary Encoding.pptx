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0" y="1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EF85B-203B-468F-E37F-919BBE7CA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D285D8-308E-03F7-9EED-EC6B5B59DB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86296-CEF5-A9AF-936C-A7A410276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8777-D8E4-48B9-88F2-93B50ADA839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7CDB9-A004-7981-1515-6CC34B9C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0F2DA-B320-1185-74EA-049FE1699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45F2-DB9D-489A-A30F-5F3D6FF9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852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4D323-D23E-A2DF-39C6-9BE2CC576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676A0-2193-8F71-3E69-787960B0A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BAA0E-234F-1221-D322-987E9228F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8777-D8E4-48B9-88F2-93B50ADA839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03960-3460-E7EF-2A55-9B97CD858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C9EF0-0E09-4FCD-7A07-C94CC5FEA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45F2-DB9D-489A-A30F-5F3D6FF9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184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5A1C4-7F56-F81C-7F65-BC43F049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0F1B3-DC93-A567-464F-1FE89D2A7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5CC90-FA2D-BC7C-F079-B2D1C05C2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8777-D8E4-48B9-88F2-93B50ADA839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08E1D-642E-6149-E133-AC798F04B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EBEF6-28A1-753D-674F-FBCE97EE3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45F2-DB9D-489A-A30F-5F3D6FF9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156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A7D11-81C0-7A9C-DCF9-D7913D692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6C0C5-E105-12A8-49BB-14C4EAE53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8A1E21-FF30-A6EB-6EF8-CA0319418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BF6E1-E9BD-6177-59BA-4F06B81AF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8777-D8E4-48B9-88F2-93B50ADA839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86B00-9935-626A-D61E-B4C4477B2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C897FB-8AED-BF6F-8905-8615BC980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45F2-DB9D-489A-A30F-5F3D6FF9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253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CDA23-1400-2F39-52E2-53ED25C51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76120-81A8-B9BB-E254-C09B0A04D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141C95-F96B-55F1-ABE4-9EEFC6438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544812-B597-38BE-EB88-CDE8CA9763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A2BC5D-F423-0F6E-8AE9-C64D987FB9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E7758B-1D56-5034-398B-CF2B623EC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8777-D8E4-48B9-88F2-93B50ADA839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04D673-6929-5F31-9D56-5ACC3B5AC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CC9CD0-964A-646C-44E0-FFF07F44B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45F2-DB9D-489A-A30F-5F3D6FF9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788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6AB83-C5DB-2FFB-A714-053280255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18FED-2E15-3100-B0A5-DFB74A3F0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8777-D8E4-48B9-88F2-93B50ADA839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80FBD8-DD3B-A168-7E48-7660E9C80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8F39FF-09AD-6FC8-F8F7-9998BCC61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45F2-DB9D-489A-A30F-5F3D6FF9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460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7D243-53F7-E8EB-EA31-ADF5BA653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8777-D8E4-48B9-88F2-93B50ADA839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5DE177-0FCC-C821-4D42-D7CA4A837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E2CA5-EA36-D4EC-C135-3008768BF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45F2-DB9D-489A-A30F-5F3D6FF9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650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30238-E67D-F673-BC2F-DCE88DC8E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7CE9F-120A-6E38-10B0-906C9A68B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C4BFC-2D57-9772-94BB-72146AA3C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A366DD-4807-C334-6846-994244F50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8777-D8E4-48B9-88F2-93B50ADA839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98B14F-8D66-644C-8978-878AC2833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E7539-D558-8F7D-673E-243C3AC4A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45F2-DB9D-489A-A30F-5F3D6FF9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115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E95C1-CB35-BCB8-788F-9AB62CC17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E53A00-EC4F-F00E-2C13-7C7DA0E66F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A84E5C-289F-3285-4618-B5C8399F5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27F594-FF18-163C-707C-81A48933F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8777-D8E4-48B9-88F2-93B50ADA839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48003-62AF-87EE-6130-654BA08E8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A979F-D7A9-F7DD-179C-F900B7E4C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45F2-DB9D-489A-A30F-5F3D6FF9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60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DD5FD-94E6-C780-7B02-860823FFE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F1D71A-A667-3F4F-7A8E-BBEB4EB4D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98336-019E-5610-E786-0875EA4A9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8777-D8E4-48B9-88F2-93B50ADA839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501D1-6626-CA27-5FEC-9E5AA565D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3B53A-B9AC-0624-4A18-7982F47C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45F2-DB9D-489A-A30F-5F3D6FF9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906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B0E147-CBA5-C136-89E4-CD1A6F4300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357523-C74E-8FA8-D27B-8A7DE4C638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0C299-D8BD-CBD0-ACBC-0EE0EB711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8777-D8E4-48B9-88F2-93B50ADA839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20789-6828-E953-2829-E1C26013E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1938F-4FA6-6B32-8763-5BE60946A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445F2-DB9D-489A-A30F-5F3D6FF9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79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FC5C27-11AC-ECEF-AEDF-DC170540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64D38-8071-DBD1-D262-975005B6B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9C353-4891-15A1-EEC3-9441463D2C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08777-D8E4-48B9-88F2-93B50ADA839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22853-DB64-C839-C2A1-20071C8DD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3CC40-D0D1-4E77-A6CE-0BE977F85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445F2-DB9D-489A-A30F-5F3D6FF95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138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CF-61E7-D4A4-E048-D296A454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7384-56C5-24B5-624E-767F3168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Binary encoding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DEB-9BE6-9E8C-F3F3-47CC1816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846840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Bebas Neue</vt:lpstr>
      <vt:lpstr>Calibri</vt:lpstr>
      <vt:lpstr>Calibri Light</vt:lpstr>
      <vt:lpstr>Open Sans</vt:lpstr>
      <vt:lpstr>Office Theme</vt:lpstr>
      <vt:lpstr>Binary encoding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 M RIFAT REZA</dc:creator>
  <cp:lastModifiedBy>G M RIFAT REZA</cp:lastModifiedBy>
  <cp:revision>1</cp:revision>
  <dcterms:created xsi:type="dcterms:W3CDTF">2025-11-08T04:14:06Z</dcterms:created>
  <dcterms:modified xsi:type="dcterms:W3CDTF">2025-11-08T04:28:06Z</dcterms:modified>
</cp:coreProperties>
</file>