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6" r:id="rId3"/>
    <p:sldId id="335" r:id="rId4"/>
    <p:sldId id="323" r:id="rId5"/>
    <p:sldId id="324" r:id="rId6"/>
    <p:sldId id="325" r:id="rId7"/>
    <p:sldId id="329" r:id="rId8"/>
    <p:sldId id="3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C34B04-981F-4B72-886C-EB0B30A67DCD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E3939A-51F3-4410-99F9-0B8D3D7EE6D3}">
      <dgm:prSet/>
      <dgm:spPr/>
      <dgm:t>
        <a:bodyPr/>
        <a:lstStyle/>
        <a:p>
          <a:r>
            <a:rPr lang="en-US" dirty="0"/>
            <a:t>Take the text</a:t>
          </a:r>
        </a:p>
      </dgm:t>
    </dgm:pt>
    <dgm:pt modelId="{87502552-A274-4E76-9D3A-B5589FA0B4B7}" type="parTrans" cxnId="{9A54AF3F-283B-4CA6-87CC-57362687F883}">
      <dgm:prSet/>
      <dgm:spPr/>
      <dgm:t>
        <a:bodyPr/>
        <a:lstStyle/>
        <a:p>
          <a:endParaRPr lang="en-US"/>
        </a:p>
      </dgm:t>
    </dgm:pt>
    <dgm:pt modelId="{B8048DAC-9219-410B-A7A8-9AD9EC71C137}" type="sibTrans" cxnId="{9A54AF3F-283B-4CA6-87CC-57362687F883}">
      <dgm:prSet/>
      <dgm:spPr/>
      <dgm:t>
        <a:bodyPr/>
        <a:lstStyle/>
        <a:p>
          <a:endParaRPr lang="en-US"/>
        </a:p>
      </dgm:t>
    </dgm:pt>
    <dgm:pt modelId="{D3D042E9-34C8-4BB6-9656-C63560991082}">
      <dgm:prSet/>
      <dgm:spPr/>
      <dgm:t>
        <a:bodyPr/>
        <a:lstStyle/>
        <a:p>
          <a:r>
            <a:rPr lang="en-US"/>
            <a:t>"apple“</a:t>
          </a:r>
        </a:p>
      </dgm:t>
    </dgm:pt>
    <dgm:pt modelId="{F38887C5-D5F6-4E4E-A25D-F2E38F69FFDF}" type="parTrans" cxnId="{739691AF-CDC3-48E0-9758-3EDC5FDE1D94}">
      <dgm:prSet/>
      <dgm:spPr/>
      <dgm:t>
        <a:bodyPr/>
        <a:lstStyle/>
        <a:p>
          <a:endParaRPr lang="en-US"/>
        </a:p>
      </dgm:t>
    </dgm:pt>
    <dgm:pt modelId="{64FCA551-97EC-4291-85F2-FA6B60822C2C}" type="sibTrans" cxnId="{739691AF-CDC3-48E0-9758-3EDC5FDE1D94}">
      <dgm:prSet/>
      <dgm:spPr/>
      <dgm:t>
        <a:bodyPr/>
        <a:lstStyle/>
        <a:p>
          <a:endParaRPr lang="en-US"/>
        </a:p>
      </dgm:t>
    </dgm:pt>
    <dgm:pt modelId="{F8C76CE4-0ED3-4D9C-9B3B-ECF2462F4880}">
      <dgm:prSet/>
      <dgm:spPr/>
      <dgm:t>
        <a:bodyPr/>
        <a:lstStyle/>
        <a:p>
          <a:r>
            <a:rPr lang="en-US"/>
            <a:t>Apply a hash function</a:t>
          </a:r>
        </a:p>
      </dgm:t>
    </dgm:pt>
    <dgm:pt modelId="{98C63DDD-8A60-484A-B2F8-59AEAE80927B}" type="parTrans" cxnId="{F6A7F773-700D-438B-A058-528814FDAA8C}">
      <dgm:prSet/>
      <dgm:spPr/>
      <dgm:t>
        <a:bodyPr/>
        <a:lstStyle/>
        <a:p>
          <a:endParaRPr lang="en-US"/>
        </a:p>
      </dgm:t>
    </dgm:pt>
    <dgm:pt modelId="{B1006B8E-254A-4734-938B-77FC36A280D3}" type="sibTrans" cxnId="{F6A7F773-700D-438B-A058-528814FDAA8C}">
      <dgm:prSet/>
      <dgm:spPr/>
      <dgm:t>
        <a:bodyPr/>
        <a:lstStyle/>
        <a:p>
          <a:endParaRPr lang="en-US"/>
        </a:p>
      </dgm:t>
    </dgm:pt>
    <dgm:pt modelId="{DDF8261B-57B6-4F04-A22C-5CBAB2AE187E}">
      <dgm:prSet/>
      <dgm:spPr/>
      <dgm:t>
        <a:bodyPr/>
        <a:lstStyle/>
        <a:p>
          <a:r>
            <a:rPr lang="en-US" dirty="0"/>
            <a:t>The hash function converts text → large integer.</a:t>
          </a:r>
        </a:p>
      </dgm:t>
    </dgm:pt>
    <dgm:pt modelId="{3060AF78-A64A-47BF-82E9-F17719BE2B57}" type="parTrans" cxnId="{4DD336CC-7EE5-44A1-82BD-0D99E7FC8CC4}">
      <dgm:prSet/>
      <dgm:spPr/>
      <dgm:t>
        <a:bodyPr/>
        <a:lstStyle/>
        <a:p>
          <a:endParaRPr lang="en-US"/>
        </a:p>
      </dgm:t>
    </dgm:pt>
    <dgm:pt modelId="{407856DA-6107-4B2C-91F7-FB80968BFC73}" type="sibTrans" cxnId="{4DD336CC-7EE5-44A1-82BD-0D99E7FC8CC4}">
      <dgm:prSet/>
      <dgm:spPr/>
      <dgm:t>
        <a:bodyPr/>
        <a:lstStyle/>
        <a:p>
          <a:endParaRPr lang="en-US"/>
        </a:p>
      </dgm:t>
    </dgm:pt>
    <dgm:pt modelId="{6EB97DC6-2E07-438F-8FC6-F0A563448C0C}">
      <dgm:prSet/>
      <dgm:spPr/>
      <dgm:t>
        <a:bodyPr/>
        <a:lstStyle/>
        <a:p>
          <a:r>
            <a:rPr lang="en-US" dirty="0"/>
            <a:t>hash("apple") = 987654321</a:t>
          </a:r>
        </a:p>
      </dgm:t>
    </dgm:pt>
    <dgm:pt modelId="{D5434463-C940-4212-8B71-7EF20E6377DC}" type="parTrans" cxnId="{879D6FB2-205D-40CA-910F-68DC60F9C4A5}">
      <dgm:prSet/>
      <dgm:spPr/>
      <dgm:t>
        <a:bodyPr/>
        <a:lstStyle/>
        <a:p>
          <a:endParaRPr lang="en-US"/>
        </a:p>
      </dgm:t>
    </dgm:pt>
    <dgm:pt modelId="{A068CD7A-A7ED-4B55-BA41-90EF5C17E352}" type="sibTrans" cxnId="{879D6FB2-205D-40CA-910F-68DC60F9C4A5}">
      <dgm:prSet/>
      <dgm:spPr/>
      <dgm:t>
        <a:bodyPr/>
        <a:lstStyle/>
        <a:p>
          <a:endParaRPr lang="en-US"/>
        </a:p>
      </dgm:t>
    </dgm:pt>
    <dgm:pt modelId="{A9EC61EA-6183-47E0-B084-21CDEC78C799}">
      <dgm:prSet/>
      <dgm:spPr/>
      <dgm:t>
        <a:bodyPr/>
        <a:lstStyle/>
        <a:p>
          <a:r>
            <a:rPr lang="en-US"/>
            <a:t>Choose column using modulus</a:t>
          </a:r>
        </a:p>
      </dgm:t>
    </dgm:pt>
    <dgm:pt modelId="{442C19D3-B980-44CB-AAF8-08A3A1545485}" type="parTrans" cxnId="{FB7E5E77-C9DC-4A09-A376-CC9B920566B5}">
      <dgm:prSet/>
      <dgm:spPr/>
      <dgm:t>
        <a:bodyPr/>
        <a:lstStyle/>
        <a:p>
          <a:endParaRPr lang="en-US"/>
        </a:p>
      </dgm:t>
    </dgm:pt>
    <dgm:pt modelId="{6481E4AE-3382-47B0-9543-7958CC856CDD}" type="sibTrans" cxnId="{FB7E5E77-C9DC-4A09-A376-CC9B920566B5}">
      <dgm:prSet/>
      <dgm:spPr/>
      <dgm:t>
        <a:bodyPr/>
        <a:lstStyle/>
        <a:p>
          <a:endParaRPr lang="en-US"/>
        </a:p>
      </dgm:t>
    </dgm:pt>
    <dgm:pt modelId="{BB4C55C0-2B13-47FB-B974-28A4BD9B6497}">
      <dgm:prSet/>
      <dgm:spPr/>
      <dgm:t>
        <a:bodyPr/>
        <a:lstStyle/>
        <a:p>
          <a:r>
            <a:rPr lang="en-US" dirty="0"/>
            <a:t>You choose number of output columns, say:</a:t>
          </a:r>
        </a:p>
      </dgm:t>
    </dgm:pt>
    <dgm:pt modelId="{602228A8-89B0-4BEF-95BD-A0F5DE2579E2}" type="parTrans" cxnId="{3E0F6A06-47C8-462C-88A9-4181D9695F32}">
      <dgm:prSet/>
      <dgm:spPr/>
      <dgm:t>
        <a:bodyPr/>
        <a:lstStyle/>
        <a:p>
          <a:endParaRPr lang="en-US"/>
        </a:p>
      </dgm:t>
    </dgm:pt>
    <dgm:pt modelId="{4E836D72-4E56-44F8-91E4-56A7B9EF13F6}" type="sibTrans" cxnId="{3E0F6A06-47C8-462C-88A9-4181D9695F32}">
      <dgm:prSet/>
      <dgm:spPr/>
      <dgm:t>
        <a:bodyPr/>
        <a:lstStyle/>
        <a:p>
          <a:endParaRPr lang="en-US"/>
        </a:p>
      </dgm:t>
    </dgm:pt>
    <dgm:pt modelId="{31BFC629-94FC-4282-A10F-410BC3663104}">
      <dgm:prSet/>
      <dgm:spPr/>
      <dgm:t>
        <a:bodyPr/>
        <a:lstStyle/>
        <a:p>
          <a:r>
            <a:rPr lang="en-US"/>
            <a:t>So "apple" belongs to </a:t>
          </a:r>
          <a:r>
            <a:rPr lang="en-US" b="1"/>
            <a:t>column 1</a:t>
          </a:r>
          <a:r>
            <a:rPr lang="en-US"/>
            <a:t>.</a:t>
          </a:r>
        </a:p>
      </dgm:t>
    </dgm:pt>
    <dgm:pt modelId="{5F529F7B-E73D-47BA-8DD6-280D55219597}" type="parTrans" cxnId="{46504890-8E72-4E3A-A829-253E9E636D84}">
      <dgm:prSet/>
      <dgm:spPr/>
      <dgm:t>
        <a:bodyPr/>
        <a:lstStyle/>
        <a:p>
          <a:endParaRPr lang="en-US"/>
        </a:p>
      </dgm:t>
    </dgm:pt>
    <dgm:pt modelId="{E68E0900-54D4-4417-8E6F-9341407E2DAF}" type="sibTrans" cxnId="{46504890-8E72-4E3A-A829-253E9E636D84}">
      <dgm:prSet/>
      <dgm:spPr/>
      <dgm:t>
        <a:bodyPr/>
        <a:lstStyle/>
        <a:p>
          <a:endParaRPr lang="en-US"/>
        </a:p>
      </dgm:t>
    </dgm:pt>
    <dgm:pt modelId="{128772D0-0069-42B3-A405-6312B1076D7A}">
      <dgm:prSet/>
      <dgm:spPr/>
      <dgm:t>
        <a:bodyPr/>
        <a:lstStyle/>
        <a:p>
          <a:r>
            <a:rPr lang="en-US" dirty="0"/>
            <a:t>Decide sign (+1 or -1)</a:t>
          </a:r>
        </a:p>
      </dgm:t>
    </dgm:pt>
    <dgm:pt modelId="{1A234F77-238A-4CEC-BC4E-FD6668A05B9D}" type="parTrans" cxnId="{35E91C83-F707-4754-9FFF-0F00DC0A3061}">
      <dgm:prSet/>
      <dgm:spPr/>
      <dgm:t>
        <a:bodyPr/>
        <a:lstStyle/>
        <a:p>
          <a:endParaRPr lang="en-US"/>
        </a:p>
      </dgm:t>
    </dgm:pt>
    <dgm:pt modelId="{EBF8C87D-D54F-4E18-997F-852380F7D580}" type="sibTrans" cxnId="{35E91C83-F707-4754-9FFF-0F00DC0A3061}">
      <dgm:prSet/>
      <dgm:spPr/>
      <dgm:t>
        <a:bodyPr/>
        <a:lstStyle/>
        <a:p>
          <a:endParaRPr lang="en-US"/>
        </a:p>
      </dgm:t>
    </dgm:pt>
    <dgm:pt modelId="{F4F9BFCF-9B1A-41F3-8B5D-BEACD36231C2}">
      <dgm:prSet/>
      <dgm:spPr/>
      <dgm:t>
        <a:bodyPr/>
        <a:lstStyle/>
        <a:p>
          <a:r>
            <a:rPr lang="en-US"/>
            <a:t>A second internal hash decides sign:</a:t>
          </a:r>
        </a:p>
      </dgm:t>
    </dgm:pt>
    <dgm:pt modelId="{B0FE6A36-C3A7-4D1A-8976-F0354FA96FFC}" type="parTrans" cxnId="{5E5ED17C-8C7D-4F33-8C6B-DC54B9684A65}">
      <dgm:prSet/>
      <dgm:spPr/>
      <dgm:t>
        <a:bodyPr/>
        <a:lstStyle/>
        <a:p>
          <a:endParaRPr lang="en-US"/>
        </a:p>
      </dgm:t>
    </dgm:pt>
    <dgm:pt modelId="{30424165-7F86-447D-A512-09CA2F2F7D9A}" type="sibTrans" cxnId="{5E5ED17C-8C7D-4F33-8C6B-DC54B9684A65}">
      <dgm:prSet/>
      <dgm:spPr/>
      <dgm:t>
        <a:bodyPr/>
        <a:lstStyle/>
        <a:p>
          <a:endParaRPr lang="en-US"/>
        </a:p>
      </dgm:t>
    </dgm:pt>
    <dgm:pt modelId="{19BE651F-0AA5-429B-ACB5-62271FAEBCDD}">
      <dgm:prSet/>
      <dgm:spPr/>
      <dgm:t>
        <a:bodyPr/>
        <a:lstStyle/>
        <a:p>
          <a:r>
            <a:rPr lang="en-US" dirty="0"/>
            <a:t>hash2("apple") = 443291993</a:t>
          </a:r>
        </a:p>
      </dgm:t>
    </dgm:pt>
    <dgm:pt modelId="{CA29CB0E-AF9A-4B86-BCDB-B27AE949A218}" type="parTrans" cxnId="{FA726433-82FF-4897-A3B3-84C4E1E255F1}">
      <dgm:prSet/>
      <dgm:spPr/>
      <dgm:t>
        <a:bodyPr/>
        <a:lstStyle/>
        <a:p>
          <a:endParaRPr lang="en-US"/>
        </a:p>
      </dgm:t>
    </dgm:pt>
    <dgm:pt modelId="{D169C895-5BCE-4FFF-B125-EA043D495D1E}" type="sibTrans" cxnId="{FA726433-82FF-4897-A3B3-84C4E1E255F1}">
      <dgm:prSet/>
      <dgm:spPr/>
      <dgm:t>
        <a:bodyPr/>
        <a:lstStyle/>
        <a:p>
          <a:endParaRPr lang="en-US"/>
        </a:p>
      </dgm:t>
    </dgm:pt>
    <dgm:pt modelId="{67DBDDF6-DE4F-427D-87D3-1BEE9AF04AD8}">
      <dgm:prSet/>
      <dgm:spPr/>
      <dgm:t>
        <a:bodyPr/>
        <a:lstStyle/>
        <a:p>
          <a:pPr>
            <a:buNone/>
          </a:pPr>
          <a:r>
            <a:rPr lang="en-US" dirty="0"/>
            <a:t>If the number is:</a:t>
          </a:r>
        </a:p>
        <a:p>
          <a:pPr>
            <a:buNone/>
          </a:pPr>
          <a:r>
            <a:rPr lang="en-US" b="1" dirty="0"/>
            <a:t>even → +1</a:t>
          </a:r>
        </a:p>
        <a:p>
          <a:pPr>
            <a:buNone/>
          </a:pPr>
          <a:r>
            <a:rPr lang="en-US" b="1" dirty="0"/>
            <a:t>odd → -1</a:t>
          </a:r>
        </a:p>
      </dgm:t>
    </dgm:pt>
    <dgm:pt modelId="{1DD06FFF-4FEB-4EAA-832D-E8DF5CBD4E08}" type="parTrans" cxnId="{6E1F1AEA-8E65-4C21-89EF-31D8198AE35E}">
      <dgm:prSet/>
      <dgm:spPr/>
      <dgm:t>
        <a:bodyPr/>
        <a:lstStyle/>
        <a:p>
          <a:endParaRPr lang="en-US"/>
        </a:p>
      </dgm:t>
    </dgm:pt>
    <dgm:pt modelId="{6E4CC1D5-CA5D-4C0B-B1B7-F394BCFF08E1}" type="sibTrans" cxnId="{6E1F1AEA-8E65-4C21-89EF-31D8198AE35E}">
      <dgm:prSet/>
      <dgm:spPr/>
      <dgm:t>
        <a:bodyPr/>
        <a:lstStyle/>
        <a:p>
          <a:endParaRPr lang="en-US"/>
        </a:p>
      </dgm:t>
    </dgm:pt>
    <dgm:pt modelId="{DAA2DCFA-9985-413A-9F68-BBF47344A07E}">
      <dgm:prSet/>
      <dgm:spPr/>
      <dgm:t>
        <a:bodyPr/>
        <a:lstStyle/>
        <a:p>
          <a:r>
            <a:rPr lang="en-US" dirty="0"/>
            <a:t>Put the value in the column</a:t>
          </a:r>
        </a:p>
      </dgm:t>
    </dgm:pt>
    <dgm:pt modelId="{D1E66830-BCDA-41FE-B6E0-7956B74CF41C}" type="parTrans" cxnId="{0C7C0E06-8E4C-4E90-8096-A15CDA480965}">
      <dgm:prSet/>
      <dgm:spPr/>
      <dgm:t>
        <a:bodyPr/>
        <a:lstStyle/>
        <a:p>
          <a:endParaRPr lang="en-US"/>
        </a:p>
      </dgm:t>
    </dgm:pt>
    <dgm:pt modelId="{A358AE3D-498C-491F-B51D-CC7168CF7104}" type="sibTrans" cxnId="{0C7C0E06-8E4C-4E90-8096-A15CDA480965}">
      <dgm:prSet/>
      <dgm:spPr/>
      <dgm:t>
        <a:bodyPr/>
        <a:lstStyle/>
        <a:p>
          <a:endParaRPr lang="en-US"/>
        </a:p>
      </dgm:t>
    </dgm:pt>
    <dgm:pt modelId="{B6C92B99-479B-4C2E-871A-F2681820EF21}">
      <dgm:prSet/>
      <dgm:spPr/>
      <dgm:t>
        <a:bodyPr/>
        <a:lstStyle/>
        <a:p>
          <a:r>
            <a:rPr lang="en-US" dirty="0"/>
            <a:t>All other columns become 0.</a:t>
          </a:r>
        </a:p>
      </dgm:t>
    </dgm:pt>
    <dgm:pt modelId="{9910DC52-4D58-4F66-B395-06899914807F}" type="parTrans" cxnId="{35F3D635-95CB-4372-8066-C1AC3A4FFFC1}">
      <dgm:prSet/>
      <dgm:spPr/>
      <dgm:t>
        <a:bodyPr/>
        <a:lstStyle/>
        <a:p>
          <a:endParaRPr lang="en-US"/>
        </a:p>
      </dgm:t>
    </dgm:pt>
    <dgm:pt modelId="{72B83292-E720-499C-B1BB-FD959ED8C4B5}" type="sibTrans" cxnId="{35F3D635-95CB-4372-8066-C1AC3A4FFFC1}">
      <dgm:prSet/>
      <dgm:spPr/>
      <dgm:t>
        <a:bodyPr/>
        <a:lstStyle/>
        <a:p>
          <a:endParaRPr lang="en-US"/>
        </a:p>
      </dgm:t>
    </dgm:pt>
    <dgm:pt modelId="{7B443E0C-A58B-4CA4-BB9C-96586BC5A022}">
      <dgm:prSet/>
      <dgm:spPr/>
      <dgm:t>
        <a:bodyPr/>
        <a:lstStyle/>
        <a:p>
          <a:r>
            <a:rPr lang="en-US" dirty="0"/>
            <a:t>For "apple":</a:t>
          </a:r>
        </a:p>
        <a:p>
          <a:r>
            <a:rPr lang="en-US" dirty="0"/>
            <a:t>column 1 gets -1</a:t>
          </a:r>
        </a:p>
        <a:p>
          <a:r>
            <a:rPr lang="en-US" dirty="0"/>
            <a:t>all other columns are 0</a:t>
          </a:r>
        </a:p>
      </dgm:t>
    </dgm:pt>
    <dgm:pt modelId="{CCB146D5-52AB-4558-B733-D92963FE780B}" type="parTrans" cxnId="{164C4C5C-B123-4520-8368-8B3EFA265FD4}">
      <dgm:prSet/>
      <dgm:spPr/>
      <dgm:t>
        <a:bodyPr/>
        <a:lstStyle/>
        <a:p>
          <a:endParaRPr lang="en-US"/>
        </a:p>
      </dgm:t>
    </dgm:pt>
    <dgm:pt modelId="{C943CDDC-45F8-4C9B-887C-E2590C55A190}" type="sibTrans" cxnId="{164C4C5C-B123-4520-8368-8B3EFA265FD4}">
      <dgm:prSet/>
      <dgm:spPr/>
      <dgm:t>
        <a:bodyPr/>
        <a:lstStyle/>
        <a:p>
          <a:endParaRPr lang="en-US"/>
        </a:p>
      </dgm:t>
    </dgm:pt>
    <dgm:pt modelId="{191EF861-BDD1-49E4-98A4-AC28C4762077}">
      <dgm:prSet/>
      <dgm:spPr/>
      <dgm:t>
        <a:bodyPr/>
        <a:lstStyle/>
        <a:p>
          <a:r>
            <a:rPr lang="en-US"/>
            <a:t>[0, -1, 0, 0]</a:t>
          </a:r>
        </a:p>
      </dgm:t>
    </dgm:pt>
    <dgm:pt modelId="{37729B96-9B87-4FB7-80ED-A6FCF982CAC6}" type="parTrans" cxnId="{F9BD40E0-982E-4A45-AE5F-C7B34DDCE3A2}">
      <dgm:prSet/>
      <dgm:spPr/>
      <dgm:t>
        <a:bodyPr/>
        <a:lstStyle/>
        <a:p>
          <a:endParaRPr lang="en-US"/>
        </a:p>
      </dgm:t>
    </dgm:pt>
    <dgm:pt modelId="{87D47B1D-0955-415F-9BD3-314F0BFBFD58}" type="sibTrans" cxnId="{F9BD40E0-982E-4A45-AE5F-C7B34DDCE3A2}">
      <dgm:prSet/>
      <dgm:spPr/>
      <dgm:t>
        <a:bodyPr/>
        <a:lstStyle/>
        <a:p>
          <a:endParaRPr lang="en-US"/>
        </a:p>
      </dgm:t>
    </dgm:pt>
    <dgm:pt modelId="{9EF3C8E0-F9B9-4D7F-BA3B-0F7B0EA8421B}">
      <dgm:prSet/>
      <dgm:spPr/>
      <dgm:t>
        <a:bodyPr/>
        <a:lstStyle/>
        <a:p>
          <a:r>
            <a:rPr lang="en-US" dirty="0"/>
            <a:t>n_features = 4</a:t>
          </a:r>
        </a:p>
        <a:p>
          <a:r>
            <a:rPr lang="en-US" dirty="0"/>
            <a:t>987654321 % 4 = 1</a:t>
          </a:r>
        </a:p>
      </dgm:t>
    </dgm:pt>
    <dgm:pt modelId="{FE7B47C8-DA2E-4846-BF1A-72D52C126101}" type="parTrans" cxnId="{F5F74CDA-0FBF-4665-81A4-80A99A12AE8B}">
      <dgm:prSet/>
      <dgm:spPr/>
      <dgm:t>
        <a:bodyPr/>
        <a:lstStyle/>
        <a:p>
          <a:endParaRPr lang="en-US"/>
        </a:p>
      </dgm:t>
    </dgm:pt>
    <dgm:pt modelId="{5B933D13-5382-4F47-814B-C02306CBFD0F}" type="sibTrans" cxnId="{F5F74CDA-0FBF-4665-81A4-80A99A12AE8B}">
      <dgm:prSet/>
      <dgm:spPr/>
      <dgm:t>
        <a:bodyPr/>
        <a:lstStyle/>
        <a:p>
          <a:endParaRPr lang="en-US"/>
        </a:p>
      </dgm:t>
    </dgm:pt>
    <dgm:pt modelId="{874418BB-05C7-41B5-B4C1-6D141179EFC8}">
      <dgm:prSet/>
      <dgm:spPr/>
      <dgm:t>
        <a:bodyPr/>
        <a:lstStyle/>
        <a:p>
          <a:pPr>
            <a:buNone/>
          </a:pPr>
          <a:r>
            <a:rPr lang="en-US"/>
            <a:t>443291993 is odd → so sign = </a:t>
          </a:r>
          <a:r>
            <a:rPr lang="en-US" b="1"/>
            <a:t>-1</a:t>
          </a:r>
          <a:endParaRPr lang="en-US"/>
        </a:p>
      </dgm:t>
    </dgm:pt>
    <dgm:pt modelId="{B22C6032-5A6A-4EC4-8F43-C9525F8329E6}" type="parTrans" cxnId="{ACC1E3B5-EA26-4B26-8300-E51911D37FBF}">
      <dgm:prSet/>
      <dgm:spPr/>
      <dgm:t>
        <a:bodyPr/>
        <a:lstStyle/>
        <a:p>
          <a:endParaRPr lang="en-US"/>
        </a:p>
      </dgm:t>
    </dgm:pt>
    <dgm:pt modelId="{3EC35A0E-981E-409F-9EDF-FAD97A1A6E9B}" type="sibTrans" cxnId="{ACC1E3B5-EA26-4B26-8300-E51911D37FBF}">
      <dgm:prSet/>
      <dgm:spPr/>
      <dgm:t>
        <a:bodyPr/>
        <a:lstStyle/>
        <a:p>
          <a:endParaRPr lang="en-US"/>
        </a:p>
      </dgm:t>
    </dgm:pt>
    <dgm:pt modelId="{9623C11E-9C04-486C-A9C3-C3F497C1AA3D}" type="pres">
      <dgm:prSet presAssocID="{B2C34B04-981F-4B72-886C-EB0B30A67DCD}" presName="theList" presStyleCnt="0">
        <dgm:presLayoutVars>
          <dgm:dir/>
          <dgm:animLvl val="lvl"/>
          <dgm:resizeHandles val="exact"/>
        </dgm:presLayoutVars>
      </dgm:prSet>
      <dgm:spPr/>
    </dgm:pt>
    <dgm:pt modelId="{2690BEB7-37B4-410B-BEE2-4FD75F791CBC}" type="pres">
      <dgm:prSet presAssocID="{3DE3939A-51F3-4410-99F9-0B8D3D7EE6D3}" presName="compNode" presStyleCnt="0"/>
      <dgm:spPr/>
    </dgm:pt>
    <dgm:pt modelId="{130B9CA1-B10E-4917-B0AF-61610F4FA02D}" type="pres">
      <dgm:prSet presAssocID="{3DE3939A-51F3-4410-99F9-0B8D3D7EE6D3}" presName="aNode" presStyleLbl="bgShp" presStyleIdx="0" presStyleCnt="5"/>
      <dgm:spPr/>
    </dgm:pt>
    <dgm:pt modelId="{B6471F35-63F1-4D21-BCEC-5178480961D0}" type="pres">
      <dgm:prSet presAssocID="{3DE3939A-51F3-4410-99F9-0B8D3D7EE6D3}" presName="textNode" presStyleLbl="bgShp" presStyleIdx="0" presStyleCnt="5"/>
      <dgm:spPr/>
    </dgm:pt>
    <dgm:pt modelId="{9AE2E613-3031-41AB-A83D-237643DB024F}" type="pres">
      <dgm:prSet presAssocID="{3DE3939A-51F3-4410-99F9-0B8D3D7EE6D3}" presName="compChildNode" presStyleCnt="0"/>
      <dgm:spPr/>
    </dgm:pt>
    <dgm:pt modelId="{EA603D08-5F57-4D0D-B4D9-BA67B50BD51C}" type="pres">
      <dgm:prSet presAssocID="{3DE3939A-51F3-4410-99F9-0B8D3D7EE6D3}" presName="theInnerList" presStyleCnt="0"/>
      <dgm:spPr/>
    </dgm:pt>
    <dgm:pt modelId="{D16CC638-7AA2-4639-A671-C27F91D51587}" type="pres">
      <dgm:prSet presAssocID="{D3D042E9-34C8-4BB6-9656-C63560991082}" presName="childNode" presStyleLbl="node1" presStyleIdx="0" presStyleCnt="13">
        <dgm:presLayoutVars>
          <dgm:bulletEnabled val="1"/>
        </dgm:presLayoutVars>
      </dgm:prSet>
      <dgm:spPr/>
    </dgm:pt>
    <dgm:pt modelId="{4D6EA3D7-D746-45FD-9144-9F30A19CDE2F}" type="pres">
      <dgm:prSet presAssocID="{3DE3939A-51F3-4410-99F9-0B8D3D7EE6D3}" presName="aSpace" presStyleCnt="0"/>
      <dgm:spPr/>
    </dgm:pt>
    <dgm:pt modelId="{D4CA5E96-322D-4DD0-8CCF-F97908C47E4E}" type="pres">
      <dgm:prSet presAssocID="{F8C76CE4-0ED3-4D9C-9B3B-ECF2462F4880}" presName="compNode" presStyleCnt="0"/>
      <dgm:spPr/>
    </dgm:pt>
    <dgm:pt modelId="{4828EEB4-4CFF-4084-94C6-E2A63853A606}" type="pres">
      <dgm:prSet presAssocID="{F8C76CE4-0ED3-4D9C-9B3B-ECF2462F4880}" presName="aNode" presStyleLbl="bgShp" presStyleIdx="1" presStyleCnt="5"/>
      <dgm:spPr/>
    </dgm:pt>
    <dgm:pt modelId="{E4885EE7-A568-453C-97EB-6C1181233505}" type="pres">
      <dgm:prSet presAssocID="{F8C76CE4-0ED3-4D9C-9B3B-ECF2462F4880}" presName="textNode" presStyleLbl="bgShp" presStyleIdx="1" presStyleCnt="5"/>
      <dgm:spPr/>
    </dgm:pt>
    <dgm:pt modelId="{EED831AD-73F9-4A02-94A6-D19FFCC532B7}" type="pres">
      <dgm:prSet presAssocID="{F8C76CE4-0ED3-4D9C-9B3B-ECF2462F4880}" presName="compChildNode" presStyleCnt="0"/>
      <dgm:spPr/>
    </dgm:pt>
    <dgm:pt modelId="{CFE9D25E-0B58-47B6-B0D7-4D216D61EAA9}" type="pres">
      <dgm:prSet presAssocID="{F8C76CE4-0ED3-4D9C-9B3B-ECF2462F4880}" presName="theInnerList" presStyleCnt="0"/>
      <dgm:spPr/>
    </dgm:pt>
    <dgm:pt modelId="{D91B5D4A-03CC-44E7-A0B8-A34DB5B0C045}" type="pres">
      <dgm:prSet presAssocID="{DDF8261B-57B6-4F04-A22C-5CBAB2AE187E}" presName="childNode" presStyleLbl="node1" presStyleIdx="1" presStyleCnt="13">
        <dgm:presLayoutVars>
          <dgm:bulletEnabled val="1"/>
        </dgm:presLayoutVars>
      </dgm:prSet>
      <dgm:spPr/>
    </dgm:pt>
    <dgm:pt modelId="{65944F26-1157-46FC-9F4E-2BD3B7A7EA72}" type="pres">
      <dgm:prSet presAssocID="{DDF8261B-57B6-4F04-A22C-5CBAB2AE187E}" presName="aSpace2" presStyleCnt="0"/>
      <dgm:spPr/>
    </dgm:pt>
    <dgm:pt modelId="{C8FFE2DB-2FEC-4C02-95E5-C0468C3B032D}" type="pres">
      <dgm:prSet presAssocID="{6EB97DC6-2E07-438F-8FC6-F0A563448C0C}" presName="childNode" presStyleLbl="node1" presStyleIdx="2" presStyleCnt="13">
        <dgm:presLayoutVars>
          <dgm:bulletEnabled val="1"/>
        </dgm:presLayoutVars>
      </dgm:prSet>
      <dgm:spPr/>
    </dgm:pt>
    <dgm:pt modelId="{247DBC1F-D97F-4FAC-B900-FD6F21C98445}" type="pres">
      <dgm:prSet presAssocID="{F8C76CE4-0ED3-4D9C-9B3B-ECF2462F4880}" presName="aSpace" presStyleCnt="0"/>
      <dgm:spPr/>
    </dgm:pt>
    <dgm:pt modelId="{A5B24842-8B40-4A8C-BB3D-6A05A40150FC}" type="pres">
      <dgm:prSet presAssocID="{A9EC61EA-6183-47E0-B084-21CDEC78C799}" presName="compNode" presStyleCnt="0"/>
      <dgm:spPr/>
    </dgm:pt>
    <dgm:pt modelId="{6FB4DFB4-BA54-4323-A12A-A653778A3954}" type="pres">
      <dgm:prSet presAssocID="{A9EC61EA-6183-47E0-B084-21CDEC78C799}" presName="aNode" presStyleLbl="bgShp" presStyleIdx="2" presStyleCnt="5" custLinFactNeighborX="-105" custLinFactNeighborY="-1695"/>
      <dgm:spPr/>
    </dgm:pt>
    <dgm:pt modelId="{36AF5303-606E-4C15-A621-A8B69FB796F3}" type="pres">
      <dgm:prSet presAssocID="{A9EC61EA-6183-47E0-B084-21CDEC78C799}" presName="textNode" presStyleLbl="bgShp" presStyleIdx="2" presStyleCnt="5"/>
      <dgm:spPr/>
    </dgm:pt>
    <dgm:pt modelId="{213438ED-12BB-4AE3-B36D-C442E84C99EE}" type="pres">
      <dgm:prSet presAssocID="{A9EC61EA-6183-47E0-B084-21CDEC78C799}" presName="compChildNode" presStyleCnt="0"/>
      <dgm:spPr/>
    </dgm:pt>
    <dgm:pt modelId="{F9938322-0EED-4371-8621-AD487800CDBF}" type="pres">
      <dgm:prSet presAssocID="{A9EC61EA-6183-47E0-B084-21CDEC78C799}" presName="theInnerList" presStyleCnt="0"/>
      <dgm:spPr/>
    </dgm:pt>
    <dgm:pt modelId="{8A031790-730D-4DF2-8FA1-A8AA35734041}" type="pres">
      <dgm:prSet presAssocID="{BB4C55C0-2B13-47FB-B974-28A4BD9B6497}" presName="childNode" presStyleLbl="node1" presStyleIdx="3" presStyleCnt="13">
        <dgm:presLayoutVars>
          <dgm:bulletEnabled val="1"/>
        </dgm:presLayoutVars>
      </dgm:prSet>
      <dgm:spPr/>
    </dgm:pt>
    <dgm:pt modelId="{440A523F-FC7E-4AD8-94C8-D5DA0A5D66BA}" type="pres">
      <dgm:prSet presAssocID="{BB4C55C0-2B13-47FB-B974-28A4BD9B6497}" presName="aSpace2" presStyleCnt="0"/>
      <dgm:spPr/>
    </dgm:pt>
    <dgm:pt modelId="{BCCFBD38-B8D0-4BB5-A6B3-C7CF1FB4BE8C}" type="pres">
      <dgm:prSet presAssocID="{9EF3C8E0-F9B9-4D7F-BA3B-0F7B0EA8421B}" presName="childNode" presStyleLbl="node1" presStyleIdx="4" presStyleCnt="13">
        <dgm:presLayoutVars>
          <dgm:bulletEnabled val="1"/>
        </dgm:presLayoutVars>
      </dgm:prSet>
      <dgm:spPr/>
    </dgm:pt>
    <dgm:pt modelId="{B73A2CE2-71D5-479F-A749-F33E2479F9A9}" type="pres">
      <dgm:prSet presAssocID="{9EF3C8E0-F9B9-4D7F-BA3B-0F7B0EA8421B}" presName="aSpace2" presStyleCnt="0"/>
      <dgm:spPr/>
    </dgm:pt>
    <dgm:pt modelId="{0E80B067-7808-4D4E-8D30-742CDB8C9DCD}" type="pres">
      <dgm:prSet presAssocID="{31BFC629-94FC-4282-A10F-410BC3663104}" presName="childNode" presStyleLbl="node1" presStyleIdx="5" presStyleCnt="13">
        <dgm:presLayoutVars>
          <dgm:bulletEnabled val="1"/>
        </dgm:presLayoutVars>
      </dgm:prSet>
      <dgm:spPr/>
    </dgm:pt>
    <dgm:pt modelId="{A4A606D2-AC8B-499C-87A5-AE650BE54D64}" type="pres">
      <dgm:prSet presAssocID="{A9EC61EA-6183-47E0-B084-21CDEC78C799}" presName="aSpace" presStyleCnt="0"/>
      <dgm:spPr/>
    </dgm:pt>
    <dgm:pt modelId="{17DB2C70-5EBF-4A39-A88C-D6BD4E874ABE}" type="pres">
      <dgm:prSet presAssocID="{128772D0-0069-42B3-A405-6312B1076D7A}" presName="compNode" presStyleCnt="0"/>
      <dgm:spPr/>
    </dgm:pt>
    <dgm:pt modelId="{6AA31EEF-E255-43D5-8078-BBE3C22EFF19}" type="pres">
      <dgm:prSet presAssocID="{128772D0-0069-42B3-A405-6312B1076D7A}" presName="aNode" presStyleLbl="bgShp" presStyleIdx="3" presStyleCnt="5"/>
      <dgm:spPr/>
    </dgm:pt>
    <dgm:pt modelId="{11005C26-FA8C-4785-AE94-01D31A30AA50}" type="pres">
      <dgm:prSet presAssocID="{128772D0-0069-42B3-A405-6312B1076D7A}" presName="textNode" presStyleLbl="bgShp" presStyleIdx="3" presStyleCnt="5"/>
      <dgm:spPr/>
    </dgm:pt>
    <dgm:pt modelId="{02D7988E-EF5D-4639-BF20-84D88E45A8AE}" type="pres">
      <dgm:prSet presAssocID="{128772D0-0069-42B3-A405-6312B1076D7A}" presName="compChildNode" presStyleCnt="0"/>
      <dgm:spPr/>
    </dgm:pt>
    <dgm:pt modelId="{90258441-4698-4C59-AEB2-C74C61C275A0}" type="pres">
      <dgm:prSet presAssocID="{128772D0-0069-42B3-A405-6312B1076D7A}" presName="theInnerList" presStyleCnt="0"/>
      <dgm:spPr/>
    </dgm:pt>
    <dgm:pt modelId="{0FA3B673-84F7-4329-B228-5A1E1BA9303A}" type="pres">
      <dgm:prSet presAssocID="{F4F9BFCF-9B1A-41F3-8B5D-BEACD36231C2}" presName="childNode" presStyleLbl="node1" presStyleIdx="6" presStyleCnt="13">
        <dgm:presLayoutVars>
          <dgm:bulletEnabled val="1"/>
        </dgm:presLayoutVars>
      </dgm:prSet>
      <dgm:spPr/>
    </dgm:pt>
    <dgm:pt modelId="{A281BDD5-2568-427D-8E6C-B298347FCD2A}" type="pres">
      <dgm:prSet presAssocID="{F4F9BFCF-9B1A-41F3-8B5D-BEACD36231C2}" presName="aSpace2" presStyleCnt="0"/>
      <dgm:spPr/>
    </dgm:pt>
    <dgm:pt modelId="{FDDBB57F-2285-4BED-ABD8-CFEEC4F01723}" type="pres">
      <dgm:prSet presAssocID="{19BE651F-0AA5-429B-ACB5-62271FAEBCDD}" presName="childNode" presStyleLbl="node1" presStyleIdx="7" presStyleCnt="13">
        <dgm:presLayoutVars>
          <dgm:bulletEnabled val="1"/>
        </dgm:presLayoutVars>
      </dgm:prSet>
      <dgm:spPr/>
    </dgm:pt>
    <dgm:pt modelId="{5E4D6BF4-671C-49BB-B056-921B1500B8EC}" type="pres">
      <dgm:prSet presAssocID="{19BE651F-0AA5-429B-ACB5-62271FAEBCDD}" presName="aSpace2" presStyleCnt="0"/>
      <dgm:spPr/>
    </dgm:pt>
    <dgm:pt modelId="{CE6BBF77-DD6C-482E-9E75-DB4EB1FF5C67}" type="pres">
      <dgm:prSet presAssocID="{67DBDDF6-DE4F-427D-87D3-1BEE9AF04AD8}" presName="childNode" presStyleLbl="node1" presStyleIdx="8" presStyleCnt="13">
        <dgm:presLayoutVars>
          <dgm:bulletEnabled val="1"/>
        </dgm:presLayoutVars>
      </dgm:prSet>
      <dgm:spPr/>
    </dgm:pt>
    <dgm:pt modelId="{64142770-EE2C-478C-A328-857F30D64D62}" type="pres">
      <dgm:prSet presAssocID="{67DBDDF6-DE4F-427D-87D3-1BEE9AF04AD8}" presName="aSpace2" presStyleCnt="0"/>
      <dgm:spPr/>
    </dgm:pt>
    <dgm:pt modelId="{1B391B63-0358-4419-82E9-B3F165405CCC}" type="pres">
      <dgm:prSet presAssocID="{874418BB-05C7-41B5-B4C1-6D141179EFC8}" presName="childNode" presStyleLbl="node1" presStyleIdx="9" presStyleCnt="13">
        <dgm:presLayoutVars>
          <dgm:bulletEnabled val="1"/>
        </dgm:presLayoutVars>
      </dgm:prSet>
      <dgm:spPr/>
    </dgm:pt>
    <dgm:pt modelId="{3B5A6F03-A781-4F74-9E95-9AACEC9D39BB}" type="pres">
      <dgm:prSet presAssocID="{128772D0-0069-42B3-A405-6312B1076D7A}" presName="aSpace" presStyleCnt="0"/>
      <dgm:spPr/>
    </dgm:pt>
    <dgm:pt modelId="{87E2FAAF-4023-465A-827C-2EA34280D713}" type="pres">
      <dgm:prSet presAssocID="{DAA2DCFA-9985-413A-9F68-BBF47344A07E}" presName="compNode" presStyleCnt="0"/>
      <dgm:spPr/>
    </dgm:pt>
    <dgm:pt modelId="{0C56D7BD-C364-41F5-B62B-F799F8E770BD}" type="pres">
      <dgm:prSet presAssocID="{DAA2DCFA-9985-413A-9F68-BBF47344A07E}" presName="aNode" presStyleLbl="bgShp" presStyleIdx="4" presStyleCnt="5"/>
      <dgm:spPr/>
    </dgm:pt>
    <dgm:pt modelId="{E0E175A8-C7DB-4E47-B355-8CA068F7903F}" type="pres">
      <dgm:prSet presAssocID="{DAA2DCFA-9985-413A-9F68-BBF47344A07E}" presName="textNode" presStyleLbl="bgShp" presStyleIdx="4" presStyleCnt="5"/>
      <dgm:spPr/>
    </dgm:pt>
    <dgm:pt modelId="{B29EFACA-618D-4393-B852-6045369CD7B2}" type="pres">
      <dgm:prSet presAssocID="{DAA2DCFA-9985-413A-9F68-BBF47344A07E}" presName="compChildNode" presStyleCnt="0"/>
      <dgm:spPr/>
    </dgm:pt>
    <dgm:pt modelId="{19BF5EF1-689A-49AC-9117-DE00F275D232}" type="pres">
      <dgm:prSet presAssocID="{DAA2DCFA-9985-413A-9F68-BBF47344A07E}" presName="theInnerList" presStyleCnt="0"/>
      <dgm:spPr/>
    </dgm:pt>
    <dgm:pt modelId="{6864482A-31DA-493B-BDBD-3CAD90B27679}" type="pres">
      <dgm:prSet presAssocID="{B6C92B99-479B-4C2E-871A-F2681820EF21}" presName="childNode" presStyleLbl="node1" presStyleIdx="10" presStyleCnt="13">
        <dgm:presLayoutVars>
          <dgm:bulletEnabled val="1"/>
        </dgm:presLayoutVars>
      </dgm:prSet>
      <dgm:spPr/>
    </dgm:pt>
    <dgm:pt modelId="{E1A5550D-EC59-4501-844A-DCFB6BEC7F7D}" type="pres">
      <dgm:prSet presAssocID="{B6C92B99-479B-4C2E-871A-F2681820EF21}" presName="aSpace2" presStyleCnt="0"/>
      <dgm:spPr/>
    </dgm:pt>
    <dgm:pt modelId="{85560333-0D5D-4184-A008-CF890AD4BC4F}" type="pres">
      <dgm:prSet presAssocID="{7B443E0C-A58B-4CA4-BB9C-96586BC5A022}" presName="childNode" presStyleLbl="node1" presStyleIdx="11" presStyleCnt="13">
        <dgm:presLayoutVars>
          <dgm:bulletEnabled val="1"/>
        </dgm:presLayoutVars>
      </dgm:prSet>
      <dgm:spPr/>
    </dgm:pt>
    <dgm:pt modelId="{77BDC7A0-280C-4E72-A2F8-8064896FD1CD}" type="pres">
      <dgm:prSet presAssocID="{7B443E0C-A58B-4CA4-BB9C-96586BC5A022}" presName="aSpace2" presStyleCnt="0"/>
      <dgm:spPr/>
    </dgm:pt>
    <dgm:pt modelId="{4CEE95F3-C45A-45E9-867F-A16AF9E03520}" type="pres">
      <dgm:prSet presAssocID="{191EF861-BDD1-49E4-98A4-AC28C4762077}" presName="childNode" presStyleLbl="node1" presStyleIdx="12" presStyleCnt="13">
        <dgm:presLayoutVars>
          <dgm:bulletEnabled val="1"/>
        </dgm:presLayoutVars>
      </dgm:prSet>
      <dgm:spPr/>
    </dgm:pt>
  </dgm:ptLst>
  <dgm:cxnLst>
    <dgm:cxn modelId="{0C7C0E06-8E4C-4E90-8096-A15CDA480965}" srcId="{B2C34B04-981F-4B72-886C-EB0B30A67DCD}" destId="{DAA2DCFA-9985-413A-9F68-BBF47344A07E}" srcOrd="4" destOrd="0" parTransId="{D1E66830-BCDA-41FE-B6E0-7956B74CF41C}" sibTransId="{A358AE3D-498C-491F-B51D-CC7168CF7104}"/>
    <dgm:cxn modelId="{3E0F6A06-47C8-462C-88A9-4181D9695F32}" srcId="{A9EC61EA-6183-47E0-B084-21CDEC78C799}" destId="{BB4C55C0-2B13-47FB-B974-28A4BD9B6497}" srcOrd="0" destOrd="0" parTransId="{602228A8-89B0-4BEF-95BD-A0F5DE2579E2}" sibTransId="{4E836D72-4E56-44F8-91E4-56A7B9EF13F6}"/>
    <dgm:cxn modelId="{C673A20E-D832-40E3-8DB7-3E6D469BDB68}" type="presOf" srcId="{B6C92B99-479B-4C2E-871A-F2681820EF21}" destId="{6864482A-31DA-493B-BDBD-3CAD90B27679}" srcOrd="0" destOrd="0" presId="urn:microsoft.com/office/officeart/2005/8/layout/lProcess2"/>
    <dgm:cxn modelId="{C8A0E514-591E-4A62-91CD-6796647C1966}" type="presOf" srcId="{191EF861-BDD1-49E4-98A4-AC28C4762077}" destId="{4CEE95F3-C45A-45E9-867F-A16AF9E03520}" srcOrd="0" destOrd="0" presId="urn:microsoft.com/office/officeart/2005/8/layout/lProcess2"/>
    <dgm:cxn modelId="{66FF3615-060C-4587-9E12-A40948CDDBDD}" type="presOf" srcId="{7B443E0C-A58B-4CA4-BB9C-96586BC5A022}" destId="{85560333-0D5D-4184-A008-CF890AD4BC4F}" srcOrd="0" destOrd="0" presId="urn:microsoft.com/office/officeart/2005/8/layout/lProcess2"/>
    <dgm:cxn modelId="{19B0CB1A-0A1D-4157-A2E9-DC80BD3ACB02}" type="presOf" srcId="{BB4C55C0-2B13-47FB-B974-28A4BD9B6497}" destId="{8A031790-730D-4DF2-8FA1-A8AA35734041}" srcOrd="0" destOrd="0" presId="urn:microsoft.com/office/officeart/2005/8/layout/lProcess2"/>
    <dgm:cxn modelId="{04878022-841F-4B95-A4F0-D5AEC26E4A37}" type="presOf" srcId="{67DBDDF6-DE4F-427D-87D3-1BEE9AF04AD8}" destId="{CE6BBF77-DD6C-482E-9E75-DB4EB1FF5C67}" srcOrd="0" destOrd="0" presId="urn:microsoft.com/office/officeart/2005/8/layout/lProcess2"/>
    <dgm:cxn modelId="{FA726433-82FF-4897-A3B3-84C4E1E255F1}" srcId="{128772D0-0069-42B3-A405-6312B1076D7A}" destId="{19BE651F-0AA5-429B-ACB5-62271FAEBCDD}" srcOrd="1" destOrd="0" parTransId="{CA29CB0E-AF9A-4B86-BCDB-B27AE949A218}" sibTransId="{D169C895-5BCE-4FFF-B125-EA043D495D1E}"/>
    <dgm:cxn modelId="{35F3D635-95CB-4372-8066-C1AC3A4FFFC1}" srcId="{DAA2DCFA-9985-413A-9F68-BBF47344A07E}" destId="{B6C92B99-479B-4C2E-871A-F2681820EF21}" srcOrd="0" destOrd="0" parTransId="{9910DC52-4D58-4F66-B395-06899914807F}" sibTransId="{72B83292-E720-499C-B1BB-FD959ED8C4B5}"/>
    <dgm:cxn modelId="{A150E636-2FEC-4C5F-92F1-6B4FF14489A2}" type="presOf" srcId="{874418BB-05C7-41B5-B4C1-6D141179EFC8}" destId="{1B391B63-0358-4419-82E9-B3F165405CCC}" srcOrd="0" destOrd="0" presId="urn:microsoft.com/office/officeart/2005/8/layout/lProcess2"/>
    <dgm:cxn modelId="{794B1C3E-A16B-489E-A5F1-9AAD8D73AF3C}" type="presOf" srcId="{D3D042E9-34C8-4BB6-9656-C63560991082}" destId="{D16CC638-7AA2-4639-A671-C27F91D51587}" srcOrd="0" destOrd="0" presId="urn:microsoft.com/office/officeart/2005/8/layout/lProcess2"/>
    <dgm:cxn modelId="{9A54AF3F-283B-4CA6-87CC-57362687F883}" srcId="{B2C34B04-981F-4B72-886C-EB0B30A67DCD}" destId="{3DE3939A-51F3-4410-99F9-0B8D3D7EE6D3}" srcOrd="0" destOrd="0" parTransId="{87502552-A274-4E76-9D3A-B5589FA0B4B7}" sibTransId="{B8048DAC-9219-410B-A7A8-9AD9EC71C137}"/>
    <dgm:cxn modelId="{164C4C5C-B123-4520-8368-8B3EFA265FD4}" srcId="{DAA2DCFA-9985-413A-9F68-BBF47344A07E}" destId="{7B443E0C-A58B-4CA4-BB9C-96586BC5A022}" srcOrd="1" destOrd="0" parTransId="{CCB146D5-52AB-4558-B733-D92963FE780B}" sibTransId="{C943CDDC-45F8-4C9B-887C-E2590C55A190}"/>
    <dgm:cxn modelId="{A74EEE44-A6F9-4230-9BE3-A31EF92C85D0}" type="presOf" srcId="{B2C34B04-981F-4B72-886C-EB0B30A67DCD}" destId="{9623C11E-9C04-486C-A9C3-C3F497C1AA3D}" srcOrd="0" destOrd="0" presId="urn:microsoft.com/office/officeart/2005/8/layout/lProcess2"/>
    <dgm:cxn modelId="{41298A48-EA7E-453A-878A-F75EF8D7FE14}" type="presOf" srcId="{3DE3939A-51F3-4410-99F9-0B8D3D7EE6D3}" destId="{130B9CA1-B10E-4917-B0AF-61610F4FA02D}" srcOrd="0" destOrd="0" presId="urn:microsoft.com/office/officeart/2005/8/layout/lProcess2"/>
    <dgm:cxn modelId="{417DF068-BB44-4109-B0A6-098A3D741F70}" type="presOf" srcId="{128772D0-0069-42B3-A405-6312B1076D7A}" destId="{6AA31EEF-E255-43D5-8078-BBE3C22EFF19}" srcOrd="0" destOrd="0" presId="urn:microsoft.com/office/officeart/2005/8/layout/lProcess2"/>
    <dgm:cxn modelId="{F6A7F773-700D-438B-A058-528814FDAA8C}" srcId="{B2C34B04-981F-4B72-886C-EB0B30A67DCD}" destId="{F8C76CE4-0ED3-4D9C-9B3B-ECF2462F4880}" srcOrd="1" destOrd="0" parTransId="{98C63DDD-8A60-484A-B2F8-59AEAE80927B}" sibTransId="{B1006B8E-254A-4734-938B-77FC36A280D3}"/>
    <dgm:cxn modelId="{FB7E5E77-C9DC-4A09-A376-CC9B920566B5}" srcId="{B2C34B04-981F-4B72-886C-EB0B30A67DCD}" destId="{A9EC61EA-6183-47E0-B084-21CDEC78C799}" srcOrd="2" destOrd="0" parTransId="{442C19D3-B980-44CB-AAF8-08A3A1545485}" sibTransId="{6481E4AE-3382-47B0-9543-7958CC856CDD}"/>
    <dgm:cxn modelId="{85D18A5A-0412-4A28-90D1-6359988D4500}" type="presOf" srcId="{DDF8261B-57B6-4F04-A22C-5CBAB2AE187E}" destId="{D91B5D4A-03CC-44E7-A0B8-A34DB5B0C045}" srcOrd="0" destOrd="0" presId="urn:microsoft.com/office/officeart/2005/8/layout/lProcess2"/>
    <dgm:cxn modelId="{5E5ED17C-8C7D-4F33-8C6B-DC54B9684A65}" srcId="{128772D0-0069-42B3-A405-6312B1076D7A}" destId="{F4F9BFCF-9B1A-41F3-8B5D-BEACD36231C2}" srcOrd="0" destOrd="0" parTransId="{B0FE6A36-C3A7-4D1A-8976-F0354FA96FFC}" sibTransId="{30424165-7F86-447D-A512-09CA2F2F7D9A}"/>
    <dgm:cxn modelId="{E966D87F-BEC3-4167-912A-54ACE6C30980}" type="presOf" srcId="{A9EC61EA-6183-47E0-B084-21CDEC78C799}" destId="{36AF5303-606E-4C15-A621-A8B69FB796F3}" srcOrd="1" destOrd="0" presId="urn:microsoft.com/office/officeart/2005/8/layout/lProcess2"/>
    <dgm:cxn modelId="{35E91C83-F707-4754-9FFF-0F00DC0A3061}" srcId="{B2C34B04-981F-4B72-886C-EB0B30A67DCD}" destId="{128772D0-0069-42B3-A405-6312B1076D7A}" srcOrd="3" destOrd="0" parTransId="{1A234F77-238A-4CEC-BC4E-FD6668A05B9D}" sibTransId="{EBF8C87D-D54F-4E18-997F-852380F7D580}"/>
    <dgm:cxn modelId="{41C79F85-4B87-49A9-B3E2-6D9A7A26D348}" type="presOf" srcId="{9EF3C8E0-F9B9-4D7F-BA3B-0F7B0EA8421B}" destId="{BCCFBD38-B8D0-4BB5-A6B3-C7CF1FB4BE8C}" srcOrd="0" destOrd="0" presId="urn:microsoft.com/office/officeart/2005/8/layout/lProcess2"/>
    <dgm:cxn modelId="{B30EBD8B-F8F7-4EDF-B308-1482C6A79856}" type="presOf" srcId="{A9EC61EA-6183-47E0-B084-21CDEC78C799}" destId="{6FB4DFB4-BA54-4323-A12A-A653778A3954}" srcOrd="0" destOrd="0" presId="urn:microsoft.com/office/officeart/2005/8/layout/lProcess2"/>
    <dgm:cxn modelId="{46504890-8E72-4E3A-A829-253E9E636D84}" srcId="{A9EC61EA-6183-47E0-B084-21CDEC78C799}" destId="{31BFC629-94FC-4282-A10F-410BC3663104}" srcOrd="2" destOrd="0" parTransId="{5F529F7B-E73D-47BA-8DD6-280D55219597}" sibTransId="{E68E0900-54D4-4417-8E6F-9341407E2DAF}"/>
    <dgm:cxn modelId="{E1497B9F-717F-4CDA-9CE0-1D025E0A21C7}" type="presOf" srcId="{F4F9BFCF-9B1A-41F3-8B5D-BEACD36231C2}" destId="{0FA3B673-84F7-4329-B228-5A1E1BA9303A}" srcOrd="0" destOrd="0" presId="urn:microsoft.com/office/officeart/2005/8/layout/lProcess2"/>
    <dgm:cxn modelId="{739691AF-CDC3-48E0-9758-3EDC5FDE1D94}" srcId="{3DE3939A-51F3-4410-99F9-0B8D3D7EE6D3}" destId="{D3D042E9-34C8-4BB6-9656-C63560991082}" srcOrd="0" destOrd="0" parTransId="{F38887C5-D5F6-4E4E-A25D-F2E38F69FFDF}" sibTransId="{64FCA551-97EC-4291-85F2-FA6B60822C2C}"/>
    <dgm:cxn modelId="{879D6FB2-205D-40CA-910F-68DC60F9C4A5}" srcId="{F8C76CE4-0ED3-4D9C-9B3B-ECF2462F4880}" destId="{6EB97DC6-2E07-438F-8FC6-F0A563448C0C}" srcOrd="1" destOrd="0" parTransId="{D5434463-C940-4212-8B71-7EF20E6377DC}" sibTransId="{A068CD7A-A7ED-4B55-BA41-90EF5C17E352}"/>
    <dgm:cxn modelId="{C0473BB5-900A-4A2D-B82B-0AC94FDFD890}" type="presOf" srcId="{DAA2DCFA-9985-413A-9F68-BBF47344A07E}" destId="{E0E175A8-C7DB-4E47-B355-8CA068F7903F}" srcOrd="1" destOrd="0" presId="urn:microsoft.com/office/officeart/2005/8/layout/lProcess2"/>
    <dgm:cxn modelId="{ACC1E3B5-EA26-4B26-8300-E51911D37FBF}" srcId="{128772D0-0069-42B3-A405-6312B1076D7A}" destId="{874418BB-05C7-41B5-B4C1-6D141179EFC8}" srcOrd="3" destOrd="0" parTransId="{B22C6032-5A6A-4EC4-8F43-C9525F8329E6}" sibTransId="{3EC35A0E-981E-409F-9EDF-FAD97A1A6E9B}"/>
    <dgm:cxn modelId="{160BAAC1-6AAD-4143-B003-7E50764E8E82}" type="presOf" srcId="{DAA2DCFA-9985-413A-9F68-BBF47344A07E}" destId="{0C56D7BD-C364-41F5-B62B-F799F8E770BD}" srcOrd="0" destOrd="0" presId="urn:microsoft.com/office/officeart/2005/8/layout/lProcess2"/>
    <dgm:cxn modelId="{90EE4FC6-9C4C-402B-B26A-52FCC6E039B1}" type="presOf" srcId="{31BFC629-94FC-4282-A10F-410BC3663104}" destId="{0E80B067-7808-4D4E-8D30-742CDB8C9DCD}" srcOrd="0" destOrd="0" presId="urn:microsoft.com/office/officeart/2005/8/layout/lProcess2"/>
    <dgm:cxn modelId="{B5D10BCB-6B05-4177-BDF9-B1D095AE1E14}" type="presOf" srcId="{F8C76CE4-0ED3-4D9C-9B3B-ECF2462F4880}" destId="{4828EEB4-4CFF-4084-94C6-E2A63853A606}" srcOrd="0" destOrd="0" presId="urn:microsoft.com/office/officeart/2005/8/layout/lProcess2"/>
    <dgm:cxn modelId="{4DD336CC-7EE5-44A1-82BD-0D99E7FC8CC4}" srcId="{F8C76CE4-0ED3-4D9C-9B3B-ECF2462F4880}" destId="{DDF8261B-57B6-4F04-A22C-5CBAB2AE187E}" srcOrd="0" destOrd="0" parTransId="{3060AF78-A64A-47BF-82E9-F17719BE2B57}" sibTransId="{407856DA-6107-4B2C-91F7-FB80968BFC73}"/>
    <dgm:cxn modelId="{E05756D5-F586-4042-90CA-4C52AFA8ADC5}" type="presOf" srcId="{6EB97DC6-2E07-438F-8FC6-F0A563448C0C}" destId="{C8FFE2DB-2FEC-4C02-95E5-C0468C3B032D}" srcOrd="0" destOrd="0" presId="urn:microsoft.com/office/officeart/2005/8/layout/lProcess2"/>
    <dgm:cxn modelId="{F5F74CDA-0FBF-4665-81A4-80A99A12AE8B}" srcId="{A9EC61EA-6183-47E0-B084-21CDEC78C799}" destId="{9EF3C8E0-F9B9-4D7F-BA3B-0F7B0EA8421B}" srcOrd="1" destOrd="0" parTransId="{FE7B47C8-DA2E-4846-BF1A-72D52C126101}" sibTransId="{5B933D13-5382-4F47-814B-C02306CBFD0F}"/>
    <dgm:cxn modelId="{4C79FEDE-5FFF-4972-BC39-45BAA54A96FF}" type="presOf" srcId="{19BE651F-0AA5-429B-ACB5-62271FAEBCDD}" destId="{FDDBB57F-2285-4BED-ABD8-CFEEC4F01723}" srcOrd="0" destOrd="0" presId="urn:microsoft.com/office/officeart/2005/8/layout/lProcess2"/>
    <dgm:cxn modelId="{F9BD40E0-982E-4A45-AE5F-C7B34DDCE3A2}" srcId="{DAA2DCFA-9985-413A-9F68-BBF47344A07E}" destId="{191EF861-BDD1-49E4-98A4-AC28C4762077}" srcOrd="2" destOrd="0" parTransId="{37729B96-9B87-4FB7-80ED-A6FCF982CAC6}" sibTransId="{87D47B1D-0955-415F-9BD3-314F0BFBFD58}"/>
    <dgm:cxn modelId="{6E1F1AEA-8E65-4C21-89EF-31D8198AE35E}" srcId="{128772D0-0069-42B3-A405-6312B1076D7A}" destId="{67DBDDF6-DE4F-427D-87D3-1BEE9AF04AD8}" srcOrd="2" destOrd="0" parTransId="{1DD06FFF-4FEB-4EAA-832D-E8DF5CBD4E08}" sibTransId="{6E4CC1D5-CA5D-4C0B-B1B7-F394BCFF08E1}"/>
    <dgm:cxn modelId="{043975EB-6279-47A6-882E-319CE5609CF1}" type="presOf" srcId="{128772D0-0069-42B3-A405-6312B1076D7A}" destId="{11005C26-FA8C-4785-AE94-01D31A30AA50}" srcOrd="1" destOrd="0" presId="urn:microsoft.com/office/officeart/2005/8/layout/lProcess2"/>
    <dgm:cxn modelId="{1D8B13F4-E193-4E76-84DC-93F18B30CBE3}" type="presOf" srcId="{F8C76CE4-0ED3-4D9C-9B3B-ECF2462F4880}" destId="{E4885EE7-A568-453C-97EB-6C1181233505}" srcOrd="1" destOrd="0" presId="urn:microsoft.com/office/officeart/2005/8/layout/lProcess2"/>
    <dgm:cxn modelId="{AA5B4EF6-E017-43A7-B7CB-E304CD6CC7C2}" type="presOf" srcId="{3DE3939A-51F3-4410-99F9-0B8D3D7EE6D3}" destId="{B6471F35-63F1-4D21-BCEC-5178480961D0}" srcOrd="1" destOrd="0" presId="urn:microsoft.com/office/officeart/2005/8/layout/lProcess2"/>
    <dgm:cxn modelId="{4098E256-3652-421F-9EA2-52248646B077}" type="presParOf" srcId="{9623C11E-9C04-486C-A9C3-C3F497C1AA3D}" destId="{2690BEB7-37B4-410B-BEE2-4FD75F791CBC}" srcOrd="0" destOrd="0" presId="urn:microsoft.com/office/officeart/2005/8/layout/lProcess2"/>
    <dgm:cxn modelId="{D1607104-293A-4EBD-8FCF-A7D40AA05FF4}" type="presParOf" srcId="{2690BEB7-37B4-410B-BEE2-4FD75F791CBC}" destId="{130B9CA1-B10E-4917-B0AF-61610F4FA02D}" srcOrd="0" destOrd="0" presId="urn:microsoft.com/office/officeart/2005/8/layout/lProcess2"/>
    <dgm:cxn modelId="{583D4788-4474-4758-BDCC-1FF2F63B0CE6}" type="presParOf" srcId="{2690BEB7-37B4-410B-BEE2-4FD75F791CBC}" destId="{B6471F35-63F1-4D21-BCEC-5178480961D0}" srcOrd="1" destOrd="0" presId="urn:microsoft.com/office/officeart/2005/8/layout/lProcess2"/>
    <dgm:cxn modelId="{C1DB5D84-9AD0-4C5D-9863-3484737925F3}" type="presParOf" srcId="{2690BEB7-37B4-410B-BEE2-4FD75F791CBC}" destId="{9AE2E613-3031-41AB-A83D-237643DB024F}" srcOrd="2" destOrd="0" presId="urn:microsoft.com/office/officeart/2005/8/layout/lProcess2"/>
    <dgm:cxn modelId="{A0FF7E74-5BA0-428E-A1B1-74EEE62662CA}" type="presParOf" srcId="{9AE2E613-3031-41AB-A83D-237643DB024F}" destId="{EA603D08-5F57-4D0D-B4D9-BA67B50BD51C}" srcOrd="0" destOrd="0" presId="urn:microsoft.com/office/officeart/2005/8/layout/lProcess2"/>
    <dgm:cxn modelId="{AC320767-B404-46C4-B2A4-CAD70D38ACF7}" type="presParOf" srcId="{EA603D08-5F57-4D0D-B4D9-BA67B50BD51C}" destId="{D16CC638-7AA2-4639-A671-C27F91D51587}" srcOrd="0" destOrd="0" presId="urn:microsoft.com/office/officeart/2005/8/layout/lProcess2"/>
    <dgm:cxn modelId="{92F7ECF2-3475-4C8E-B8E9-F78BECC57D66}" type="presParOf" srcId="{9623C11E-9C04-486C-A9C3-C3F497C1AA3D}" destId="{4D6EA3D7-D746-45FD-9144-9F30A19CDE2F}" srcOrd="1" destOrd="0" presId="urn:microsoft.com/office/officeart/2005/8/layout/lProcess2"/>
    <dgm:cxn modelId="{3D438FEF-D017-41B8-BACC-5F64C6DB8166}" type="presParOf" srcId="{9623C11E-9C04-486C-A9C3-C3F497C1AA3D}" destId="{D4CA5E96-322D-4DD0-8CCF-F97908C47E4E}" srcOrd="2" destOrd="0" presId="urn:microsoft.com/office/officeart/2005/8/layout/lProcess2"/>
    <dgm:cxn modelId="{7F8C5469-C74B-436E-B393-925200FDD5FA}" type="presParOf" srcId="{D4CA5E96-322D-4DD0-8CCF-F97908C47E4E}" destId="{4828EEB4-4CFF-4084-94C6-E2A63853A606}" srcOrd="0" destOrd="0" presId="urn:microsoft.com/office/officeart/2005/8/layout/lProcess2"/>
    <dgm:cxn modelId="{B3F6CDA2-A89E-4602-B97A-F846538DACB6}" type="presParOf" srcId="{D4CA5E96-322D-4DD0-8CCF-F97908C47E4E}" destId="{E4885EE7-A568-453C-97EB-6C1181233505}" srcOrd="1" destOrd="0" presId="urn:microsoft.com/office/officeart/2005/8/layout/lProcess2"/>
    <dgm:cxn modelId="{3118F9B8-8C84-4387-9AF3-36849833C0E6}" type="presParOf" srcId="{D4CA5E96-322D-4DD0-8CCF-F97908C47E4E}" destId="{EED831AD-73F9-4A02-94A6-D19FFCC532B7}" srcOrd="2" destOrd="0" presId="urn:microsoft.com/office/officeart/2005/8/layout/lProcess2"/>
    <dgm:cxn modelId="{DBC7FCF9-EC6C-4F04-B9EC-48A3DC087F6C}" type="presParOf" srcId="{EED831AD-73F9-4A02-94A6-D19FFCC532B7}" destId="{CFE9D25E-0B58-47B6-B0D7-4D216D61EAA9}" srcOrd="0" destOrd="0" presId="urn:microsoft.com/office/officeart/2005/8/layout/lProcess2"/>
    <dgm:cxn modelId="{969F497D-19DA-424F-AE5F-6CAB553B1E7D}" type="presParOf" srcId="{CFE9D25E-0B58-47B6-B0D7-4D216D61EAA9}" destId="{D91B5D4A-03CC-44E7-A0B8-A34DB5B0C045}" srcOrd="0" destOrd="0" presId="urn:microsoft.com/office/officeart/2005/8/layout/lProcess2"/>
    <dgm:cxn modelId="{AAE5985C-8690-4E7F-A3CB-D310036DA663}" type="presParOf" srcId="{CFE9D25E-0B58-47B6-B0D7-4D216D61EAA9}" destId="{65944F26-1157-46FC-9F4E-2BD3B7A7EA72}" srcOrd="1" destOrd="0" presId="urn:microsoft.com/office/officeart/2005/8/layout/lProcess2"/>
    <dgm:cxn modelId="{394A2EC4-2326-406C-8A63-433D85D7359E}" type="presParOf" srcId="{CFE9D25E-0B58-47B6-B0D7-4D216D61EAA9}" destId="{C8FFE2DB-2FEC-4C02-95E5-C0468C3B032D}" srcOrd="2" destOrd="0" presId="urn:microsoft.com/office/officeart/2005/8/layout/lProcess2"/>
    <dgm:cxn modelId="{C83E9C3F-A0F3-4400-A410-44EFE7090B19}" type="presParOf" srcId="{9623C11E-9C04-486C-A9C3-C3F497C1AA3D}" destId="{247DBC1F-D97F-4FAC-B900-FD6F21C98445}" srcOrd="3" destOrd="0" presId="urn:microsoft.com/office/officeart/2005/8/layout/lProcess2"/>
    <dgm:cxn modelId="{BEC95EA2-B30B-4979-B501-778EA2E41ECD}" type="presParOf" srcId="{9623C11E-9C04-486C-A9C3-C3F497C1AA3D}" destId="{A5B24842-8B40-4A8C-BB3D-6A05A40150FC}" srcOrd="4" destOrd="0" presId="urn:microsoft.com/office/officeart/2005/8/layout/lProcess2"/>
    <dgm:cxn modelId="{51A5D908-8348-427D-95BF-8693B34CA28C}" type="presParOf" srcId="{A5B24842-8B40-4A8C-BB3D-6A05A40150FC}" destId="{6FB4DFB4-BA54-4323-A12A-A653778A3954}" srcOrd="0" destOrd="0" presId="urn:microsoft.com/office/officeart/2005/8/layout/lProcess2"/>
    <dgm:cxn modelId="{A236ABAA-FECC-4B10-969F-CACD7242E422}" type="presParOf" srcId="{A5B24842-8B40-4A8C-BB3D-6A05A40150FC}" destId="{36AF5303-606E-4C15-A621-A8B69FB796F3}" srcOrd="1" destOrd="0" presId="urn:microsoft.com/office/officeart/2005/8/layout/lProcess2"/>
    <dgm:cxn modelId="{4912081B-3F4F-40D0-8912-3CEB3F2D8042}" type="presParOf" srcId="{A5B24842-8B40-4A8C-BB3D-6A05A40150FC}" destId="{213438ED-12BB-4AE3-B36D-C442E84C99EE}" srcOrd="2" destOrd="0" presId="urn:microsoft.com/office/officeart/2005/8/layout/lProcess2"/>
    <dgm:cxn modelId="{C67F4A50-649F-4821-BA00-D8B738D202BA}" type="presParOf" srcId="{213438ED-12BB-4AE3-B36D-C442E84C99EE}" destId="{F9938322-0EED-4371-8621-AD487800CDBF}" srcOrd="0" destOrd="0" presId="urn:microsoft.com/office/officeart/2005/8/layout/lProcess2"/>
    <dgm:cxn modelId="{3F1B2FF0-3E06-4793-819F-D7B963237939}" type="presParOf" srcId="{F9938322-0EED-4371-8621-AD487800CDBF}" destId="{8A031790-730D-4DF2-8FA1-A8AA35734041}" srcOrd="0" destOrd="0" presId="urn:microsoft.com/office/officeart/2005/8/layout/lProcess2"/>
    <dgm:cxn modelId="{F82FFFEF-4410-4449-914D-DB4CD32BDD47}" type="presParOf" srcId="{F9938322-0EED-4371-8621-AD487800CDBF}" destId="{440A523F-FC7E-4AD8-94C8-D5DA0A5D66BA}" srcOrd="1" destOrd="0" presId="urn:microsoft.com/office/officeart/2005/8/layout/lProcess2"/>
    <dgm:cxn modelId="{658C5040-4E62-43E6-8CAF-B93B2B00EBE8}" type="presParOf" srcId="{F9938322-0EED-4371-8621-AD487800CDBF}" destId="{BCCFBD38-B8D0-4BB5-A6B3-C7CF1FB4BE8C}" srcOrd="2" destOrd="0" presId="urn:microsoft.com/office/officeart/2005/8/layout/lProcess2"/>
    <dgm:cxn modelId="{BAC3211E-0A2E-4DB3-8906-1D8A71E21FC1}" type="presParOf" srcId="{F9938322-0EED-4371-8621-AD487800CDBF}" destId="{B73A2CE2-71D5-479F-A749-F33E2479F9A9}" srcOrd="3" destOrd="0" presId="urn:microsoft.com/office/officeart/2005/8/layout/lProcess2"/>
    <dgm:cxn modelId="{362FF094-DD6C-4C16-AE56-54B819CD33EB}" type="presParOf" srcId="{F9938322-0EED-4371-8621-AD487800CDBF}" destId="{0E80B067-7808-4D4E-8D30-742CDB8C9DCD}" srcOrd="4" destOrd="0" presId="urn:microsoft.com/office/officeart/2005/8/layout/lProcess2"/>
    <dgm:cxn modelId="{6404DE7B-ACAD-4901-ADFB-87DB29D97090}" type="presParOf" srcId="{9623C11E-9C04-486C-A9C3-C3F497C1AA3D}" destId="{A4A606D2-AC8B-499C-87A5-AE650BE54D64}" srcOrd="5" destOrd="0" presId="urn:microsoft.com/office/officeart/2005/8/layout/lProcess2"/>
    <dgm:cxn modelId="{CDB9DD58-691D-42DE-85B9-99C5E80EDFAE}" type="presParOf" srcId="{9623C11E-9C04-486C-A9C3-C3F497C1AA3D}" destId="{17DB2C70-5EBF-4A39-A88C-D6BD4E874ABE}" srcOrd="6" destOrd="0" presId="urn:microsoft.com/office/officeart/2005/8/layout/lProcess2"/>
    <dgm:cxn modelId="{3C4453DF-4A4C-448A-B5EB-0FADE8241BBE}" type="presParOf" srcId="{17DB2C70-5EBF-4A39-A88C-D6BD4E874ABE}" destId="{6AA31EEF-E255-43D5-8078-BBE3C22EFF19}" srcOrd="0" destOrd="0" presId="urn:microsoft.com/office/officeart/2005/8/layout/lProcess2"/>
    <dgm:cxn modelId="{73E4229E-0E86-4A6D-8479-49A828672C85}" type="presParOf" srcId="{17DB2C70-5EBF-4A39-A88C-D6BD4E874ABE}" destId="{11005C26-FA8C-4785-AE94-01D31A30AA50}" srcOrd="1" destOrd="0" presId="urn:microsoft.com/office/officeart/2005/8/layout/lProcess2"/>
    <dgm:cxn modelId="{709444B0-F718-45FA-AA01-845787252824}" type="presParOf" srcId="{17DB2C70-5EBF-4A39-A88C-D6BD4E874ABE}" destId="{02D7988E-EF5D-4639-BF20-84D88E45A8AE}" srcOrd="2" destOrd="0" presId="urn:microsoft.com/office/officeart/2005/8/layout/lProcess2"/>
    <dgm:cxn modelId="{6F7D6D67-C93B-4B8E-A180-37EAA890C8D2}" type="presParOf" srcId="{02D7988E-EF5D-4639-BF20-84D88E45A8AE}" destId="{90258441-4698-4C59-AEB2-C74C61C275A0}" srcOrd="0" destOrd="0" presId="urn:microsoft.com/office/officeart/2005/8/layout/lProcess2"/>
    <dgm:cxn modelId="{2967359A-7364-4211-B225-116CBA0FD162}" type="presParOf" srcId="{90258441-4698-4C59-AEB2-C74C61C275A0}" destId="{0FA3B673-84F7-4329-B228-5A1E1BA9303A}" srcOrd="0" destOrd="0" presId="urn:microsoft.com/office/officeart/2005/8/layout/lProcess2"/>
    <dgm:cxn modelId="{39566F82-DCF0-4F43-A41F-64B61108A956}" type="presParOf" srcId="{90258441-4698-4C59-AEB2-C74C61C275A0}" destId="{A281BDD5-2568-427D-8E6C-B298347FCD2A}" srcOrd="1" destOrd="0" presId="urn:microsoft.com/office/officeart/2005/8/layout/lProcess2"/>
    <dgm:cxn modelId="{895385B0-F56A-4CF8-AFCB-A2369A51893A}" type="presParOf" srcId="{90258441-4698-4C59-AEB2-C74C61C275A0}" destId="{FDDBB57F-2285-4BED-ABD8-CFEEC4F01723}" srcOrd="2" destOrd="0" presId="urn:microsoft.com/office/officeart/2005/8/layout/lProcess2"/>
    <dgm:cxn modelId="{4A58E1DD-7F52-4ABA-AFB9-EEECD84F0647}" type="presParOf" srcId="{90258441-4698-4C59-AEB2-C74C61C275A0}" destId="{5E4D6BF4-671C-49BB-B056-921B1500B8EC}" srcOrd="3" destOrd="0" presId="urn:microsoft.com/office/officeart/2005/8/layout/lProcess2"/>
    <dgm:cxn modelId="{0040C851-D437-4EBC-A878-E0A9BB833225}" type="presParOf" srcId="{90258441-4698-4C59-AEB2-C74C61C275A0}" destId="{CE6BBF77-DD6C-482E-9E75-DB4EB1FF5C67}" srcOrd="4" destOrd="0" presId="urn:microsoft.com/office/officeart/2005/8/layout/lProcess2"/>
    <dgm:cxn modelId="{2D23BBC1-DF22-4C8C-8B85-590E0854F76E}" type="presParOf" srcId="{90258441-4698-4C59-AEB2-C74C61C275A0}" destId="{64142770-EE2C-478C-A328-857F30D64D62}" srcOrd="5" destOrd="0" presId="urn:microsoft.com/office/officeart/2005/8/layout/lProcess2"/>
    <dgm:cxn modelId="{1043285C-5F87-4F2D-A9F6-7ACDE8426E74}" type="presParOf" srcId="{90258441-4698-4C59-AEB2-C74C61C275A0}" destId="{1B391B63-0358-4419-82E9-B3F165405CCC}" srcOrd="6" destOrd="0" presId="urn:microsoft.com/office/officeart/2005/8/layout/lProcess2"/>
    <dgm:cxn modelId="{57654769-2A19-494F-8144-B6762F180DBB}" type="presParOf" srcId="{9623C11E-9C04-486C-A9C3-C3F497C1AA3D}" destId="{3B5A6F03-A781-4F74-9E95-9AACEC9D39BB}" srcOrd="7" destOrd="0" presId="urn:microsoft.com/office/officeart/2005/8/layout/lProcess2"/>
    <dgm:cxn modelId="{B03F1C67-9941-46B2-8506-813DBEB1EF6F}" type="presParOf" srcId="{9623C11E-9C04-486C-A9C3-C3F497C1AA3D}" destId="{87E2FAAF-4023-465A-827C-2EA34280D713}" srcOrd="8" destOrd="0" presId="urn:microsoft.com/office/officeart/2005/8/layout/lProcess2"/>
    <dgm:cxn modelId="{9FCA0682-F86A-4069-8BAB-7BEF7D51B1FF}" type="presParOf" srcId="{87E2FAAF-4023-465A-827C-2EA34280D713}" destId="{0C56D7BD-C364-41F5-B62B-F799F8E770BD}" srcOrd="0" destOrd="0" presId="urn:microsoft.com/office/officeart/2005/8/layout/lProcess2"/>
    <dgm:cxn modelId="{7080549D-E2C5-4AA3-BF3A-9054C595D842}" type="presParOf" srcId="{87E2FAAF-4023-465A-827C-2EA34280D713}" destId="{E0E175A8-C7DB-4E47-B355-8CA068F7903F}" srcOrd="1" destOrd="0" presId="urn:microsoft.com/office/officeart/2005/8/layout/lProcess2"/>
    <dgm:cxn modelId="{CB16426F-A942-4EB4-8954-D48C8BBE1CAC}" type="presParOf" srcId="{87E2FAAF-4023-465A-827C-2EA34280D713}" destId="{B29EFACA-618D-4393-B852-6045369CD7B2}" srcOrd="2" destOrd="0" presId="urn:microsoft.com/office/officeart/2005/8/layout/lProcess2"/>
    <dgm:cxn modelId="{A1F40386-3DB7-45DB-A8AE-30DE92AF79A7}" type="presParOf" srcId="{B29EFACA-618D-4393-B852-6045369CD7B2}" destId="{19BF5EF1-689A-49AC-9117-DE00F275D232}" srcOrd="0" destOrd="0" presId="urn:microsoft.com/office/officeart/2005/8/layout/lProcess2"/>
    <dgm:cxn modelId="{740CEBD6-926A-4251-ADD7-63E01AD9F9B3}" type="presParOf" srcId="{19BF5EF1-689A-49AC-9117-DE00F275D232}" destId="{6864482A-31DA-493B-BDBD-3CAD90B27679}" srcOrd="0" destOrd="0" presId="urn:microsoft.com/office/officeart/2005/8/layout/lProcess2"/>
    <dgm:cxn modelId="{7829356D-9CD2-44AA-85EC-6BDFB439BA9A}" type="presParOf" srcId="{19BF5EF1-689A-49AC-9117-DE00F275D232}" destId="{E1A5550D-EC59-4501-844A-DCFB6BEC7F7D}" srcOrd="1" destOrd="0" presId="urn:microsoft.com/office/officeart/2005/8/layout/lProcess2"/>
    <dgm:cxn modelId="{3645F7A1-E8FF-4706-A4A3-A19830B42D3A}" type="presParOf" srcId="{19BF5EF1-689A-49AC-9117-DE00F275D232}" destId="{85560333-0D5D-4184-A008-CF890AD4BC4F}" srcOrd="2" destOrd="0" presId="urn:microsoft.com/office/officeart/2005/8/layout/lProcess2"/>
    <dgm:cxn modelId="{DC0F2E4F-02AE-48F7-98D5-484F6DE5ACC1}" type="presParOf" srcId="{19BF5EF1-689A-49AC-9117-DE00F275D232}" destId="{77BDC7A0-280C-4E72-A2F8-8064896FD1CD}" srcOrd="3" destOrd="0" presId="urn:microsoft.com/office/officeart/2005/8/layout/lProcess2"/>
    <dgm:cxn modelId="{2EC63298-09CF-4407-BF26-5B6DA968DE87}" type="presParOf" srcId="{19BF5EF1-689A-49AC-9117-DE00F275D232}" destId="{4CEE95F3-C45A-45E9-867F-A16AF9E03520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B9CA1-B10E-4917-B0AF-61610F4FA02D}">
      <dsp:nvSpPr>
        <dsp:cNvPr id="0" name=""/>
        <dsp:cNvSpPr/>
      </dsp:nvSpPr>
      <dsp:spPr>
        <a:xfrm>
          <a:off x="5648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Take the text</a:t>
          </a:r>
        </a:p>
      </dsp:txBody>
      <dsp:txXfrm>
        <a:off x="5648" y="0"/>
        <a:ext cx="1981944" cy="1525674"/>
      </dsp:txXfrm>
    </dsp:sp>
    <dsp:sp modelId="{D16CC638-7AA2-4639-A671-C27F91D51587}">
      <dsp:nvSpPr>
        <dsp:cNvPr id="0" name=""/>
        <dsp:cNvSpPr/>
      </dsp:nvSpPr>
      <dsp:spPr>
        <a:xfrm>
          <a:off x="203842" y="1525674"/>
          <a:ext cx="1585555" cy="33056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"apple“</a:t>
          </a:r>
        </a:p>
      </dsp:txBody>
      <dsp:txXfrm>
        <a:off x="250281" y="1572113"/>
        <a:ext cx="1492677" cy="3212750"/>
      </dsp:txXfrm>
    </dsp:sp>
    <dsp:sp modelId="{4828EEB4-4CFF-4084-94C6-E2A63853A606}">
      <dsp:nvSpPr>
        <dsp:cNvPr id="0" name=""/>
        <dsp:cNvSpPr/>
      </dsp:nvSpPr>
      <dsp:spPr>
        <a:xfrm>
          <a:off x="213623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Apply a hash function</a:t>
          </a:r>
        </a:p>
      </dsp:txBody>
      <dsp:txXfrm>
        <a:off x="2136237" y="0"/>
        <a:ext cx="1981944" cy="1525674"/>
      </dsp:txXfrm>
    </dsp:sp>
    <dsp:sp modelId="{D91B5D4A-03CC-44E7-A0B8-A34DB5B0C045}">
      <dsp:nvSpPr>
        <dsp:cNvPr id="0" name=""/>
        <dsp:cNvSpPr/>
      </dsp:nvSpPr>
      <dsp:spPr>
        <a:xfrm>
          <a:off x="2334432" y="1527164"/>
          <a:ext cx="1585555" cy="1533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hash function converts text → large integer.</a:t>
          </a:r>
        </a:p>
      </dsp:txBody>
      <dsp:txXfrm>
        <a:off x="2379343" y="1572075"/>
        <a:ext cx="1495733" cy="1443550"/>
      </dsp:txXfrm>
    </dsp:sp>
    <dsp:sp modelId="{C8FFE2DB-2FEC-4C02-95E5-C0468C3B032D}">
      <dsp:nvSpPr>
        <dsp:cNvPr id="0" name=""/>
        <dsp:cNvSpPr/>
      </dsp:nvSpPr>
      <dsp:spPr>
        <a:xfrm>
          <a:off x="2334432" y="3296440"/>
          <a:ext cx="1585555" cy="1533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hash("apple") = 987654321</a:t>
          </a:r>
        </a:p>
      </dsp:txBody>
      <dsp:txXfrm>
        <a:off x="2379343" y="3341351"/>
        <a:ext cx="1495733" cy="1443550"/>
      </dsp:txXfrm>
    </dsp:sp>
    <dsp:sp modelId="{6FB4DFB4-BA54-4323-A12A-A653778A3954}">
      <dsp:nvSpPr>
        <dsp:cNvPr id="0" name=""/>
        <dsp:cNvSpPr/>
      </dsp:nvSpPr>
      <dsp:spPr>
        <a:xfrm>
          <a:off x="4264746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Choose column using modulus</a:t>
          </a:r>
        </a:p>
      </dsp:txBody>
      <dsp:txXfrm>
        <a:off x="4264746" y="0"/>
        <a:ext cx="1981944" cy="1525674"/>
      </dsp:txXfrm>
    </dsp:sp>
    <dsp:sp modelId="{8A031790-730D-4DF2-8FA1-A8AA35734041}">
      <dsp:nvSpPr>
        <dsp:cNvPr id="0" name=""/>
        <dsp:cNvSpPr/>
      </dsp:nvSpPr>
      <dsp:spPr>
        <a:xfrm>
          <a:off x="4465022" y="1526109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You choose number of output columns, say:</a:t>
          </a:r>
        </a:p>
      </dsp:txBody>
      <dsp:txXfrm>
        <a:off x="4494285" y="1555372"/>
        <a:ext cx="1527029" cy="940587"/>
      </dsp:txXfrm>
    </dsp:sp>
    <dsp:sp modelId="{BCCFBD38-B8D0-4BB5-A6B3-C7CF1FB4BE8C}">
      <dsp:nvSpPr>
        <dsp:cNvPr id="0" name=""/>
        <dsp:cNvSpPr/>
      </dsp:nvSpPr>
      <dsp:spPr>
        <a:xfrm>
          <a:off x="4465022" y="2678932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n_features = 4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987654321 % 4 = 1</a:t>
          </a:r>
        </a:p>
      </dsp:txBody>
      <dsp:txXfrm>
        <a:off x="4494285" y="2708195"/>
        <a:ext cx="1527029" cy="940587"/>
      </dsp:txXfrm>
    </dsp:sp>
    <dsp:sp modelId="{0E80B067-7808-4D4E-8D30-742CDB8C9DCD}">
      <dsp:nvSpPr>
        <dsp:cNvPr id="0" name=""/>
        <dsp:cNvSpPr/>
      </dsp:nvSpPr>
      <dsp:spPr>
        <a:xfrm>
          <a:off x="4465022" y="3831755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 "apple" belongs to </a:t>
          </a:r>
          <a:r>
            <a:rPr lang="en-US" sz="1200" b="1" kern="1200"/>
            <a:t>column 1</a:t>
          </a:r>
          <a:r>
            <a:rPr lang="en-US" sz="1200" kern="1200"/>
            <a:t>.</a:t>
          </a:r>
        </a:p>
      </dsp:txBody>
      <dsp:txXfrm>
        <a:off x="4494285" y="3861018"/>
        <a:ext cx="1527029" cy="940587"/>
      </dsp:txXfrm>
    </dsp:sp>
    <dsp:sp modelId="{6AA31EEF-E255-43D5-8078-BBE3C22EFF19}">
      <dsp:nvSpPr>
        <dsp:cNvPr id="0" name=""/>
        <dsp:cNvSpPr/>
      </dsp:nvSpPr>
      <dsp:spPr>
        <a:xfrm>
          <a:off x="639741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Decide sign (+1 or -1)</a:t>
          </a:r>
        </a:p>
      </dsp:txBody>
      <dsp:txXfrm>
        <a:off x="6397417" y="0"/>
        <a:ext cx="1981944" cy="1525674"/>
      </dsp:txXfrm>
    </dsp:sp>
    <dsp:sp modelId="{0FA3B673-84F7-4329-B228-5A1E1BA9303A}">
      <dsp:nvSpPr>
        <dsp:cNvPr id="0" name=""/>
        <dsp:cNvSpPr/>
      </dsp:nvSpPr>
      <dsp:spPr>
        <a:xfrm>
          <a:off x="6595612" y="152579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second internal hash decides sign:</a:t>
          </a:r>
        </a:p>
      </dsp:txBody>
      <dsp:txXfrm>
        <a:off x="6617311" y="1547497"/>
        <a:ext cx="1542157" cy="697463"/>
      </dsp:txXfrm>
    </dsp:sp>
    <dsp:sp modelId="{FDDBB57F-2285-4BED-ABD8-CFEEC4F01723}">
      <dsp:nvSpPr>
        <dsp:cNvPr id="0" name=""/>
        <dsp:cNvSpPr/>
      </dsp:nvSpPr>
      <dsp:spPr>
        <a:xfrm>
          <a:off x="6595612" y="238063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hash2("apple") = 443291993</a:t>
          </a:r>
        </a:p>
      </dsp:txBody>
      <dsp:txXfrm>
        <a:off x="6617311" y="2402337"/>
        <a:ext cx="1542157" cy="697463"/>
      </dsp:txXfrm>
    </dsp:sp>
    <dsp:sp modelId="{CE6BBF77-DD6C-482E-9E75-DB4EB1FF5C67}">
      <dsp:nvSpPr>
        <dsp:cNvPr id="0" name=""/>
        <dsp:cNvSpPr/>
      </dsp:nvSpPr>
      <dsp:spPr>
        <a:xfrm>
          <a:off x="6595612" y="3235478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If the number is: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even → +1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odd → -1</a:t>
          </a:r>
        </a:p>
      </dsp:txBody>
      <dsp:txXfrm>
        <a:off x="6617311" y="3257177"/>
        <a:ext cx="1542157" cy="697463"/>
      </dsp:txXfrm>
    </dsp:sp>
    <dsp:sp modelId="{1B391B63-0358-4419-82E9-B3F165405CCC}">
      <dsp:nvSpPr>
        <dsp:cNvPr id="0" name=""/>
        <dsp:cNvSpPr/>
      </dsp:nvSpPr>
      <dsp:spPr>
        <a:xfrm>
          <a:off x="6595612" y="4090317"/>
          <a:ext cx="1585555" cy="740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443291993 is odd → so sign = </a:t>
          </a:r>
          <a:r>
            <a:rPr lang="en-US" sz="1200" b="1" kern="1200"/>
            <a:t>-1</a:t>
          </a:r>
          <a:endParaRPr lang="en-US" sz="1200" kern="1200"/>
        </a:p>
      </dsp:txBody>
      <dsp:txXfrm>
        <a:off x="6617311" y="4112016"/>
        <a:ext cx="1542157" cy="697463"/>
      </dsp:txXfrm>
    </dsp:sp>
    <dsp:sp modelId="{0C56D7BD-C364-41F5-B62B-F799F8E770BD}">
      <dsp:nvSpPr>
        <dsp:cNvPr id="0" name=""/>
        <dsp:cNvSpPr/>
      </dsp:nvSpPr>
      <dsp:spPr>
        <a:xfrm>
          <a:off x="8528007" y="0"/>
          <a:ext cx="1981944" cy="5085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Put the value in the column</a:t>
          </a:r>
        </a:p>
      </dsp:txBody>
      <dsp:txXfrm>
        <a:off x="8528007" y="0"/>
        <a:ext cx="1981944" cy="1525674"/>
      </dsp:txXfrm>
    </dsp:sp>
    <dsp:sp modelId="{6864482A-31DA-493B-BDBD-3CAD90B27679}">
      <dsp:nvSpPr>
        <dsp:cNvPr id="0" name=""/>
        <dsp:cNvSpPr/>
      </dsp:nvSpPr>
      <dsp:spPr>
        <a:xfrm>
          <a:off x="8726202" y="1526109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 other columns become 0.</a:t>
          </a:r>
        </a:p>
      </dsp:txBody>
      <dsp:txXfrm>
        <a:off x="8755465" y="1555372"/>
        <a:ext cx="1527029" cy="940587"/>
      </dsp:txXfrm>
    </dsp:sp>
    <dsp:sp modelId="{85560333-0D5D-4184-A008-CF890AD4BC4F}">
      <dsp:nvSpPr>
        <dsp:cNvPr id="0" name=""/>
        <dsp:cNvSpPr/>
      </dsp:nvSpPr>
      <dsp:spPr>
        <a:xfrm>
          <a:off x="8726202" y="2678932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"apple":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column 1 gets -1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 other columns are 0</a:t>
          </a:r>
        </a:p>
      </dsp:txBody>
      <dsp:txXfrm>
        <a:off x="8755465" y="2708195"/>
        <a:ext cx="1527029" cy="940587"/>
      </dsp:txXfrm>
    </dsp:sp>
    <dsp:sp modelId="{4CEE95F3-C45A-45E9-867F-A16AF9E03520}">
      <dsp:nvSpPr>
        <dsp:cNvPr id="0" name=""/>
        <dsp:cNvSpPr/>
      </dsp:nvSpPr>
      <dsp:spPr>
        <a:xfrm>
          <a:off x="8726202" y="3831755"/>
          <a:ext cx="1585555" cy="9991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[0, -1, 0, 0]</a:t>
          </a:r>
        </a:p>
      </dsp:txBody>
      <dsp:txXfrm>
        <a:off x="8755465" y="3861018"/>
        <a:ext cx="1527029" cy="9405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B9E3-3B55-ECDB-160B-FBF3B12E0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D6B84-6403-1C3F-31D8-E37227ABC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09DF6-CA15-FE72-F341-6A92A732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E35A-4514-6E6C-51FB-E3A43F6F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481C-29EA-3293-8188-18A1AA805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71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3C6C-0FE8-EE29-6401-314E7511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D94F6-E7E7-CC79-230E-2D602F549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6C4D-494E-E77F-4FF0-D84624DE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4B21-F626-2FE7-65FF-2BCBFCC0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968F4-D52E-D48D-E291-668F6FD1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0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B0EF-A044-7BCD-1948-1272F121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1C207-669A-F169-4B02-C27327C6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1544-0898-1042-B880-27744C1C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2712-29D0-A825-24C5-E4C20AF7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F721B-4F7B-8B29-82C6-1ED9351D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6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130C-A816-76B2-2C2B-E1B42F39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1DE5-48E6-6B3C-BBE6-76BB52FCE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21508-2A49-59C6-1B98-BDBBD0314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806F8-92A5-772B-5A2B-0814E128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026D8-7D96-082B-E690-C2172898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CF191-9386-CA40-4539-D4AEA47C1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86CE-97D8-2E40-6496-4FDF0133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6B282-3A64-7457-2924-B1A5CDE9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87C71-E059-B896-7242-5E13CE8B0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2871D-B22E-C244-25B0-09405FD1C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A9241-7265-D3D5-D2B7-22D9EE118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BE686-D579-A81E-DD31-BDEDA5FD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CB3AD-5B43-95F0-B9C6-B8705948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96542-66A7-593C-B2FC-B97270A6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0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0163-BC7F-1F51-6D0A-CEB4AF88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83A99-67B1-8FB9-F0CC-F296D62F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6E181-5EF7-788B-0B4F-EA51B0EF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3B230-E5F7-EAB9-5E3B-B35E34E5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56AC5-6C74-8E02-83EA-584872CD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F0E3C-3FD6-134A-3FA8-3274D942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E0058-1B35-CA65-0929-A7D04B25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26101-1F4B-4D3D-5700-30EA9BEB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6A36-F86E-E778-C44E-6C882C63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55C39-6D20-94D4-44DF-71C53DBF9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029A8-8243-D304-B36C-9368F17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D6BF0-C809-8B0D-6FA0-2F7CD3B6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44307-C0B9-5C2F-C887-0C5F72F0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5AFA-6540-BCA8-AD1A-D576E9D6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1CDFE-3C92-0401-AA3C-6802DD5F3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A795B-3574-5065-4789-FFD0F8626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84CAE-2DD9-8B6E-5B61-F801D7F72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28A65-9304-950D-6258-71AD2F14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6B998-B01E-F959-91F8-8C391F6D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2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5951-171D-D4A5-8DBB-A6E01CD1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98734-B8E9-4887-F199-907C5942F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8001D-9AEE-AD47-9616-BB01A4E5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0B8C-9981-4F97-5F7F-C8DD3F95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C24A4-D7FD-F84C-1A86-FF5536AF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DD1F2-F5CA-0AD6-D75B-BE681F303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BFEEF-221E-6BF1-F558-FE01E5CA6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90456-5D74-198A-B089-6B27B420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0F5F4-87C2-BF48-2555-EC7DF5DB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53FE-0EB4-F9E3-2CAD-1DBC7F22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5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54540-5B6A-1598-5999-C1FA5334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90F3D-D94E-E057-D24B-0DD5AAB2E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8DDEC-FBC6-2F25-0F5A-689D1C09E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3752B-1F48-49E5-A31F-3906341B68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44FB4-DD42-1DC1-CB83-C0F1226B2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2236C-92BC-7FBA-E6BB-8E7788AAF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88B15-C29A-452B-865A-4208FA8DC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6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Nominal%20Data/CTNtN3.%20Hash%20Encoding/Hash%20Encoding.ipyn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C64C-239F-5080-4E2B-93690D0B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0D1B-4CC4-E436-F21D-265995023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latin typeface="Bebas Neue" panose="020B0606020202050201" pitchFamily="34" charset="0"/>
              </a:rPr>
              <a:t>Hash encoding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8737-A1D4-416B-B301-D8940273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Hash Encoding</a:t>
            </a:r>
            <a:r>
              <a:rPr lang="en-US" sz="2400" dirty="0"/>
              <a:t> (also called </a:t>
            </a:r>
            <a:r>
              <a:rPr lang="en-US" sz="2400" b="1" dirty="0"/>
              <a:t>Feature Hashing</a:t>
            </a:r>
            <a:r>
              <a:rPr lang="en-US" sz="2400" dirty="0"/>
              <a:t> or </a:t>
            </a:r>
            <a:r>
              <a:rPr lang="en-US" sz="2400" b="1" dirty="0"/>
              <a:t>The Hashing Trick</a:t>
            </a:r>
            <a:r>
              <a:rPr lang="en-US" sz="2400" dirty="0"/>
              <a:t>) is a method of converting categorical values into numerical features by using a </a:t>
            </a:r>
            <a:r>
              <a:rPr lang="en-US" sz="2400" b="1" dirty="0"/>
              <a:t>hash function</a:t>
            </a:r>
            <a:r>
              <a:rPr lang="en-US" sz="2400" dirty="0"/>
              <a:t> that maps each category to one of a </a:t>
            </a:r>
            <a:r>
              <a:rPr lang="en-US" sz="2400" b="1" dirty="0"/>
              <a:t>fixed number of columns (</a:t>
            </a:r>
            <a:r>
              <a:rPr lang="en-US" sz="2400" b="1" dirty="0" err="1"/>
              <a:t>n_features</a:t>
            </a:r>
            <a:r>
              <a:rPr lang="en-US" sz="2400" b="1" dirty="0"/>
              <a:t>)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is used for Nominal date.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64E68-D84A-2B62-4BBC-CD7B014F5E04}"/>
              </a:ext>
            </a:extLst>
          </p:cNvPr>
          <p:cNvSpPr/>
          <p:nvPr/>
        </p:nvSpPr>
        <p:spPr>
          <a:xfrm>
            <a:off x="3567952" y="2366682"/>
            <a:ext cx="5056096" cy="443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column=hash(value) mod n_features</a:t>
            </a:r>
          </a:p>
        </p:txBody>
      </p:sp>
    </p:spTree>
    <p:extLst>
      <p:ext uri="{BB962C8B-B14F-4D97-AF65-F5344CB8AC3E}">
        <p14:creationId xmlns:p14="http://schemas.microsoft.com/office/powerpoint/2010/main" val="21018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20F6-4CA3-36C7-1913-BFD79951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97D1-6443-6742-8500-C5558FFD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hash encoding works?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9F308-A0D3-9A9E-F937-84EF4D24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Goal: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Convert a category like "apple" into a numeric vector like: [1, 0, -1, 0]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How?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a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function + modulus + sign function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0EDA92-AFB7-7C69-B844-CD83C1297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2427"/>
              </p:ext>
            </p:extLst>
          </p:nvPr>
        </p:nvGraphicFramePr>
        <p:xfrm>
          <a:off x="1000853" y="2927703"/>
          <a:ext cx="2318703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720">
                  <a:extLst>
                    <a:ext uri="{9D8B030D-6E8A-4147-A177-3AD203B41FA5}">
                      <a16:colId xmlns:a16="http://schemas.microsoft.com/office/drawing/2014/main" val="3200413063"/>
                    </a:ext>
                  </a:extLst>
                </a:gridCol>
                <a:gridCol w="875983">
                  <a:extLst>
                    <a:ext uri="{9D8B030D-6E8A-4147-A177-3AD203B41FA5}">
                      <a16:colId xmlns:a16="http://schemas.microsoft.com/office/drawing/2014/main" val="612267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Category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001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0249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4279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mango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44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grape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681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597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978976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B55196-7635-FDC0-5CFA-E3782978D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892835"/>
              </p:ext>
            </p:extLst>
          </p:nvPr>
        </p:nvGraphicFramePr>
        <p:xfrm>
          <a:off x="8361168" y="2855411"/>
          <a:ext cx="2546449" cy="2918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220">
                  <a:extLst>
                    <a:ext uri="{9D8B030D-6E8A-4147-A177-3AD203B41FA5}">
                      <a16:colId xmlns:a16="http://schemas.microsoft.com/office/drawing/2014/main" val="3200413063"/>
                    </a:ext>
                  </a:extLst>
                </a:gridCol>
                <a:gridCol w="871220">
                  <a:extLst>
                    <a:ext uri="{9D8B030D-6E8A-4147-A177-3AD203B41FA5}">
                      <a16:colId xmlns:a16="http://schemas.microsoft.com/office/drawing/2014/main" val="612267520"/>
                    </a:ext>
                  </a:extLst>
                </a:gridCol>
                <a:gridCol w="804009">
                  <a:extLst>
                    <a:ext uri="{9D8B030D-6E8A-4147-A177-3AD203B41FA5}">
                      <a16:colId xmlns:a16="http://schemas.microsoft.com/office/drawing/2014/main" val="983672693"/>
                    </a:ext>
                  </a:extLst>
                </a:gridCol>
              </a:tblGrid>
              <a:tr h="5408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col_0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col_1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8001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02493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42791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444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168160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0597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9789763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18222C-137F-86E9-62CC-0249CAE674E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319556" y="4314543"/>
            <a:ext cx="504161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CFC012-8D1A-C3DB-4B3A-A5CF4D5188C2}"/>
              </a:ext>
            </a:extLst>
          </p:cNvPr>
          <p:cNvSpPr txBox="1"/>
          <p:nvPr/>
        </p:nvSpPr>
        <p:spPr>
          <a:xfrm>
            <a:off x="3697164" y="3797480"/>
            <a:ext cx="4217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HashingEncoder(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n_features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=2)</a:t>
            </a:r>
          </a:p>
        </p:txBody>
      </p:sp>
    </p:spTree>
    <p:extLst>
      <p:ext uri="{BB962C8B-B14F-4D97-AF65-F5344CB8AC3E}">
        <p14:creationId xmlns:p14="http://schemas.microsoft.com/office/powerpoint/2010/main" val="149781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7E0A-1F6B-A617-C09D-6C4887E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336B-3688-B12C-7FC3-F2CF0CE9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Step-by-Step Explanation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3F3A4E8-B281-FD51-AAFC-60C6C34D8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9781474"/>
              </p:ext>
            </p:extLst>
          </p:nvPr>
        </p:nvGraphicFramePr>
        <p:xfrm>
          <a:off x="838200" y="1091381"/>
          <a:ext cx="10515600" cy="508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D257A5-7AC5-F672-77E0-DD6E11FFDA27}"/>
              </a:ext>
            </a:extLst>
          </p:cNvPr>
          <p:cNvCxnSpPr>
            <a:cxnSpLocks/>
          </p:cNvCxnSpPr>
          <p:nvPr/>
        </p:nvCxnSpPr>
        <p:spPr>
          <a:xfrm>
            <a:off x="2635045" y="4227871"/>
            <a:ext cx="521110" cy="10127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60D261-D981-81D5-E648-B4CCE64A441F}"/>
              </a:ext>
            </a:extLst>
          </p:cNvPr>
          <p:cNvCxnSpPr>
            <a:cxnSpLocks/>
          </p:cNvCxnSpPr>
          <p:nvPr/>
        </p:nvCxnSpPr>
        <p:spPr>
          <a:xfrm flipV="1">
            <a:off x="4719484" y="4227871"/>
            <a:ext cx="589935" cy="8455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2B8292-45ED-61C6-382B-1FD4EEF2249F}"/>
              </a:ext>
            </a:extLst>
          </p:cNvPr>
          <p:cNvCxnSpPr>
            <a:cxnSpLocks/>
          </p:cNvCxnSpPr>
          <p:nvPr/>
        </p:nvCxnSpPr>
        <p:spPr>
          <a:xfrm flipV="1">
            <a:off x="6882583" y="3775587"/>
            <a:ext cx="599765" cy="4522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4C3DAC-EB25-BF5A-C413-A9A7DFBA57BE}"/>
              </a:ext>
            </a:extLst>
          </p:cNvPr>
          <p:cNvCxnSpPr>
            <a:cxnSpLocks/>
          </p:cNvCxnSpPr>
          <p:nvPr/>
        </p:nvCxnSpPr>
        <p:spPr>
          <a:xfrm>
            <a:off x="8986684" y="3775587"/>
            <a:ext cx="570271" cy="15633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0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4ED1-80B1-E3D2-E4D8-53003FC7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FC6E-4FF4-8883-59D3-916374C9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F298-9A65-EA9A-EE2C-BD6762BCF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Handles Millions of Categories Easily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you have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huge cardinality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50,000 product names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200,000 job titles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1 million 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user_ids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 words in a text corpus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👉 One-hot encoding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explodes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into thousands of columns.</a:t>
            </a:r>
            <a:b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👉 Hash encoding reduces that to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fixed columns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like 20 or 50.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 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 prevents your dataset from becoming huge and slow.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56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B6F7A-FEE6-9266-E7BF-B45BE1C6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0391-C2DD-6522-7FD4-E874D7B1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BAD7-D991-03D7-2F67-EDAA70E6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Need to “fit” — Good for Unseen/New Categories</a:t>
            </a:r>
          </a:p>
          <a:p>
            <a:pPr marL="0" indent="0">
              <a:buNone/>
            </a:pPr>
            <a:r>
              <a:rPr lang="en-US" sz="2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Important point:</a:t>
            </a:r>
          </a:p>
          <a:p>
            <a:pPr marL="457200" lvl="1" indent="0">
              <a:buNone/>
            </a:pP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✔ One-hot / Label / Binary need fitting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must know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all categories in advance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457200" lvl="1" indent="0">
              <a:buNone/>
            </a:pP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✔ Hash Encoding does NOT need fitting</a:t>
            </a:r>
          </a:p>
          <a:p>
            <a:pPr marL="457200" lvl="1" indent="0">
              <a:buNone/>
            </a:pP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New categories? No problem.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is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very useful for streaming data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live logs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real-time user events 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new products being added daily (e-commerce)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D5E0E-BBD2-0522-886B-2FE932911748}"/>
              </a:ext>
            </a:extLst>
          </p:cNvPr>
          <p:cNvSpPr/>
          <p:nvPr/>
        </p:nvSpPr>
        <p:spPr>
          <a:xfrm>
            <a:off x="7167282" y="1976718"/>
            <a:ext cx="3751729" cy="119129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"dragonfruit" → hashed</a:t>
            </a:r>
          </a:p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"kiwi"        → hashed</a:t>
            </a:r>
          </a:p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"unknown123"  → hashed</a:t>
            </a:r>
            <a:endParaRPr lang="en-US" sz="2200" dirty="0"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F0798-971A-E1DF-08CC-1CFBA3AE9A7D}"/>
              </a:ext>
            </a:extLst>
          </p:cNvPr>
          <p:cNvSpPr/>
          <p:nvPr/>
        </p:nvSpPr>
        <p:spPr>
          <a:xfrm>
            <a:off x="7167282" y="3168013"/>
            <a:ext cx="3751729" cy="799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errors. No refit. No update.</a:t>
            </a:r>
          </a:p>
        </p:txBody>
      </p:sp>
    </p:spTree>
    <p:extLst>
      <p:ext uri="{BB962C8B-B14F-4D97-AF65-F5344CB8AC3E}">
        <p14:creationId xmlns:p14="http://schemas.microsoft.com/office/powerpoint/2010/main" val="4142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B0A9-8E92-6816-3EB2-0B15207BF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85D5-4E37-6303-E57F-36CEB1E5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38B8-5C6A-E853-A761-1F6DE52AC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Saves Memory + Fast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 does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store a lookup table. It uses a mathematical hash function.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saves: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RAM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storage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time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And because column count stays small, models train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much faster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90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2334-0CF6-2B36-F9FA-E3588B09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7321-F965-DF72-917D-87042A62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Importance of hash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334B-60AF-1204-6FC7-48BD74009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Multicollinearity (better than One-Hot)</a:t>
            </a:r>
          </a:p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encoding creates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highly correlated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dummy columns.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spreads categories across multiple columns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collisions and ±1 signs reduce correlation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overfitting risk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This makes some models happier: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Logistic Regression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 Regression</a:t>
            </a:r>
          </a:p>
          <a:p>
            <a:pPr lvl="1"/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one line, Hash Encoding is important because it makes huge categorical data manageable, fast, memory-efficient, and able to handle new categories without retraining.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endParaRPr lang="en-US" sz="2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16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25B46-8D23-747C-9AE2-CFF951D4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28E1-ABFA-9B2B-672E-22852FE2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One-hot vs hash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8620EF-45B3-83E4-1449-34E4F3A0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758123"/>
              </p:ext>
            </p:extLst>
          </p:nvPr>
        </p:nvGraphicFramePr>
        <p:xfrm>
          <a:off x="838203" y="141732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273787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839569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36407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One-Hot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Hash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1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Columns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One per category (can be huge)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Fixed number you choose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64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New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19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Collisions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⚠️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997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97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33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1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Good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Huge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06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6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622</Words>
  <Application>Microsoft Office PowerPoint</Application>
  <PresentationFormat>Widescreen</PresentationFormat>
  <Paragraphs>144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Cambria Math</vt:lpstr>
      <vt:lpstr>Open Sans</vt:lpstr>
      <vt:lpstr>Office Theme</vt:lpstr>
      <vt:lpstr>Hash encoding</vt:lpstr>
      <vt:lpstr>How hash encoding works?</vt:lpstr>
      <vt:lpstr>Step-by-Step Explanation</vt:lpstr>
      <vt:lpstr>Importance of hash encoding</vt:lpstr>
      <vt:lpstr>Importance of hash encoding</vt:lpstr>
      <vt:lpstr>Importance of hash encoding</vt:lpstr>
      <vt:lpstr>Importance of hash encoding</vt:lpstr>
      <vt:lpstr>One-hot vs hash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10</cp:revision>
  <dcterms:created xsi:type="dcterms:W3CDTF">2025-11-08T15:52:29Z</dcterms:created>
  <dcterms:modified xsi:type="dcterms:W3CDTF">2025-11-17T12:31:40Z</dcterms:modified>
</cp:coreProperties>
</file>