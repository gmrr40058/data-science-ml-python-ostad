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29" r:id="rId3"/>
    <p:sldId id="323" r:id="rId4"/>
    <p:sldId id="325" r:id="rId5"/>
    <p:sldId id="326" r:id="rId6"/>
    <p:sldId id="327" r:id="rId7"/>
    <p:sldId id="32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6" autoAdjust="0"/>
    <p:restoredTop sz="94660"/>
  </p:normalViewPr>
  <p:slideViewPr>
    <p:cSldViewPr snapToGrid="0">
      <p:cViewPr varScale="1">
        <p:scale>
          <a:sx n="78" d="100"/>
          <a:sy n="78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C6C6C-FF85-FF7A-B876-4EAFBB33C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D4B4C-9E10-B2AF-5C56-3EE1713C7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45728-CA34-0F8D-013B-38DFB3C0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9FDAD-C13B-2A20-E658-BA47FFDD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040A2-2F05-0E8C-1699-1C05DE6E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4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4448-A466-098F-FB97-7AC519D7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96BC2-B3C2-8BFA-0452-0626E78E1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BAE4B-9DA0-C31C-5BC7-4B7C3275A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D3A3D-CB0D-004C-8402-2BB29655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553D9-930A-1BE6-5C5B-CBF33D4C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3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47F3-4B9F-233C-D884-9B4CCF21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93CEC-52D2-1EF8-EDEF-FAD6ADD95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3DD58-71BD-E2CB-725B-6BBBC55D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24738-A0C1-C9E1-2FAE-B3E69C99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8AA09-B018-A118-126F-210DDA7B2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2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A6FD7-8CD5-2DAE-BAFC-E78BCA97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299EA-C130-E8EB-3450-B19441871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71EA1-534A-545D-784F-732921427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A1F76-4B3F-8E37-5D51-607B5F62A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C23FA-73AE-C4A2-F0D3-DC631E76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44229-7771-776F-CB01-802CA01B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3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F8767-5ACE-1FB1-1C8D-FED70E5C7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C285A-B46E-500A-392C-E17BC194C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64678-18A2-BAE9-134F-F11C77926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8C8C8-438B-A1AE-3E68-9819CE9D2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20052-0622-BE4D-5CD8-C2E490D00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BF5F9C-9BE1-F7DF-25E8-3E08E085D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0ED78-C7BF-9EEC-05CE-5DE4D5A2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113DA-518B-0D92-5C4D-B6337D85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53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BF59-A0CD-ECAE-243A-C25973A4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490E3-E937-8025-47BD-0477DB46E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75F3D-2954-CD52-856A-2961A2FE5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F8363-376F-B039-7B41-4B1DF136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6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5E698-3BC1-CA57-D7BA-EBEEDA82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83306-1FBC-2E17-4C83-C489060A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102FC-E87F-110A-BE8D-047086B8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67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11F2-989C-785B-F050-96407A54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26575-6962-D0AB-EDA3-22FB183FE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97C2B-040B-4F7E-1AFC-9F96E806A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EB270-6BE3-73C9-E318-22A6C0C8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9DAA4-40DE-91CC-3D02-F60FB7D0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3F27A-9234-341A-ACD4-D5833CCF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55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ED5C3-8D44-46C9-32B1-90EEBF35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5AA09-9CB5-DD18-069F-86BCF3ABE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54818-7123-FF00-FD6C-44D426C10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9918D-ADD0-DD78-3F15-D31363A3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D9B4B-EE78-7986-477F-413DFA06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74F8A-8A6E-D644-4732-4D085B73D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9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A872-16EA-BB90-0B0B-C9560969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92687-529F-2212-476C-60818FBCA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AD4F6-4C0D-FCE4-4EDF-96D5DC99B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AEF44-E4EB-6907-52C1-655F9EAA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EA565-F394-D991-E7B6-F36F13FA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52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FBFF7-BA9E-9485-9BF9-AB3548E72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88D11-9E09-B58F-8AC1-93877AF63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0DC05-28AF-3915-2BB3-C3D9DE55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35380-6104-6105-C48C-00D577EB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ADC61-BC43-C9ED-FDC7-73A72487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5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40101-E01C-7FE5-6B22-B5B59AA2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1B21A-0883-8463-53A1-2E3FB751B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959DD-5266-68ED-40F8-D687FD25E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8E0CD-D5B0-494C-BE6F-3BCCEAD59C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518E2-1DBE-B543-656B-BCF16801F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3F45D-CB7E-3E11-79AB-A30291F69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CCE37-59A4-42B4-A884-731A5632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9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Nominal%20Data/CTNtN4.%20Frequency%20Encoding/frequency_encoding.ipynb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C64C-239F-5080-4E2B-93690D0B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0D1B-4CC4-E436-F21D-26599502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Frequency encoding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58737-A1D4-416B-B301-D89402733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Frequency Encoding assigns categories values based on how often they occur in the dataset. 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3495DA-B74B-F4C2-DBA9-715519778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472006"/>
              </p:ext>
            </p:extLst>
          </p:nvPr>
        </p:nvGraphicFramePr>
        <p:xfrm>
          <a:off x="5718823" y="2049212"/>
          <a:ext cx="5418667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4">
                  <a:extLst>
                    <a:ext uri="{9D8B030D-6E8A-4147-A177-3AD203B41FA5}">
                      <a16:colId xmlns:a16="http://schemas.microsoft.com/office/drawing/2014/main" val="24686527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57419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Brand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 err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Brand_freq</a:t>
                      </a:r>
                      <a:endParaRPr lang="en-US" sz="22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33349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60678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Adidas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82100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0452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Puma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02877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Adidas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7340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875414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Reebok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629452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A6EACD-D986-14E7-8AE3-38A087F3F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61598"/>
              </p:ext>
            </p:extLst>
          </p:nvPr>
        </p:nvGraphicFramePr>
        <p:xfrm>
          <a:off x="1054510" y="2049212"/>
          <a:ext cx="2709334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4">
                  <a:extLst>
                    <a:ext uri="{9D8B030D-6E8A-4147-A177-3AD203B41FA5}">
                      <a16:colId xmlns:a16="http://schemas.microsoft.com/office/drawing/2014/main" val="246865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Brand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33349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60678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Adidas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82100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0452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Puma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02877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Adidas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7340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Nike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875414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Reebok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62945238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F0651D-DDF0-50DF-9657-3EA056470FAC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763844" y="3634172"/>
            <a:ext cx="195497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84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2184D-3FEF-D54E-E59E-EE77F582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1627-C47C-1D68-F01A-A2B38D28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Frequency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8272C-861F-3607-927A-35DAD3AD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is simple and compact but can introduce data leakage if applied improperly.</a:t>
            </a:r>
          </a:p>
          <a:p>
            <a:pPr lvl="1" fontAlgn="base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Effective in retail, e-commerce or clickstream data for popularity trends.</a:t>
            </a:r>
          </a:p>
          <a:p>
            <a:pPr lvl="1" fontAlgn="base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Pros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: Low computational and storage requirements.</a:t>
            </a:r>
          </a:p>
          <a:p>
            <a:pPr lvl="1" fontAlgn="base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Cons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: Can introduce data leakage if not handled properly.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044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3089-AB33-EE95-0A30-7FFED3A57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A6CA-8C43-D13C-2FA5-FC6B96010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Frequency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18A0-051E-52CF-E5F8-03C1FEB79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👍 Reason 1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keeps the column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 one numeric feature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(not many like One-Hot).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👍 Reason 2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tells the model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which categories are common and which are rare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👍 Reason 3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works very well for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high-cardinality columns</a:t>
            </a: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(e.g., 5,000 different categories like product IDs).</a:t>
            </a:r>
          </a:p>
        </p:txBody>
      </p:sp>
    </p:spTree>
    <p:extLst>
      <p:ext uri="{BB962C8B-B14F-4D97-AF65-F5344CB8AC3E}">
        <p14:creationId xmlns:p14="http://schemas.microsoft.com/office/powerpoint/2010/main" val="2815397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1189-C32B-89AB-FC0A-348205EA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F07D-DA77-02F2-48FC-B2EA0088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Danger of Frequency Encoding in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96A54-C618-D99F-7DA8-4B1D0F524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Suppose we have a column where frequencies are distributed as shown in the table bellow.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That’s the main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danger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of Frequency Encoding — the model may think: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Dhaka (5000) &gt; Chittagong (2000)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Chittagong (2000) &gt; Khulna (500)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even though the numbers represent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counts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not meaning.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82B776-24EE-860C-74E0-9A0CDDDBC6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7372173"/>
              </p:ext>
            </p:extLst>
          </p:nvPr>
        </p:nvGraphicFramePr>
        <p:xfrm>
          <a:off x="4268470" y="1707638"/>
          <a:ext cx="36550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305">
                  <a:extLst>
                    <a:ext uri="{9D8B030D-6E8A-4147-A177-3AD203B41FA5}">
                      <a16:colId xmlns:a16="http://schemas.microsoft.com/office/drawing/2014/main" val="4242703160"/>
                    </a:ext>
                  </a:extLst>
                </a:gridCol>
                <a:gridCol w="1849755">
                  <a:extLst>
                    <a:ext uri="{9D8B030D-6E8A-4147-A177-3AD203B41FA5}">
                      <a16:colId xmlns:a16="http://schemas.microsoft.com/office/drawing/2014/main" val="365526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409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Dhaka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1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Chittagong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77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Khulna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851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08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B0F2-51D6-AC53-1FAF-9658E63AF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638F-65CF-1288-87D4-84145F63E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When Frequency Encoding is safe?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53A6D-6DA9-C5AB-9E6D-DD56F3EBA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It’s usually safe when: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High-cardinality category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(thousands of unique values)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Tree-based models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like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Random Forest</a:t>
            </a:r>
          </a:p>
          <a:p>
            <a:pPr lvl="1"/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XGBoost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LightGBM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These models don’t treat numbers as “order”, so they don’t get confused.</a:t>
            </a:r>
          </a:p>
          <a:p>
            <a:pPr marL="457200" lvl="1" indent="0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In Conclusion:</a:t>
            </a: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Not suitable for: ordinal data (use Ordinal Encoding), low-cardinality nominal data (use One-Hot Encoding), or models where frequency order can mislead (e.g., Linear Regression).</a:t>
            </a:r>
          </a:p>
        </p:txBody>
      </p:sp>
    </p:spTree>
    <p:extLst>
      <p:ext uri="{BB962C8B-B14F-4D97-AF65-F5344CB8AC3E}">
        <p14:creationId xmlns:p14="http://schemas.microsoft.com/office/powerpoint/2010/main" val="2652905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F734-B5B9-47D1-C3B3-5414232E5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EC6F-3C95-4ADC-F900-CCB0C73A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Frequency Encoding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1DCEE-8141-BAA0-D211-A8EACD32E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252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AAF18-CA51-6BAB-608C-697D18E66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90135-8208-07A8-7F5A-370911389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When should you NOT use Frequency Encoding?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9E5C7-37CD-4FCB-ADF6-97E048113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85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312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Calibri Light</vt:lpstr>
      <vt:lpstr>Open Sans</vt:lpstr>
      <vt:lpstr>Office Theme</vt:lpstr>
      <vt:lpstr>Frequency encoding</vt:lpstr>
      <vt:lpstr>Frequency encoding</vt:lpstr>
      <vt:lpstr>why Frequency Encoding</vt:lpstr>
      <vt:lpstr>Danger of Frequency Encoding in ML</vt:lpstr>
      <vt:lpstr>When Frequency Encoding is safe?</vt:lpstr>
      <vt:lpstr>How Frequency Encoding works?</vt:lpstr>
      <vt:lpstr>When should you NOT use Frequency Encoding?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7</cp:revision>
  <dcterms:created xsi:type="dcterms:W3CDTF">2025-11-17T09:33:36Z</dcterms:created>
  <dcterms:modified xsi:type="dcterms:W3CDTF">2025-11-17T15:41:04Z</dcterms:modified>
</cp:coreProperties>
</file>